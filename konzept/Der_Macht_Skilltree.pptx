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5230AE-228B-4EAC-9FEA-3F957B987BF8}" v="3" dt="2025-10-18T10:41:41.7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81" d="100"/>
          <a:sy n="81" d="100"/>
        </p:scale>
        <p:origin x="40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Wagner" userId="faf151f15b89e1a0" providerId="LiveId" clId="{C66BCBE5-2DEF-488B-A5CE-289A49C6CA5A}"/>
    <pc:docChg chg="undo custSel addSld delSld modSld sldOrd">
      <pc:chgData name="Christian Wagner" userId="faf151f15b89e1a0" providerId="LiveId" clId="{C66BCBE5-2DEF-488B-A5CE-289A49C6CA5A}" dt="2025-07-15T07:51:32.485" v="1101" actId="1076"/>
      <pc:docMkLst>
        <pc:docMk/>
      </pc:docMkLst>
      <pc:sldChg chg="addSp modSp mod">
        <pc:chgData name="Christian Wagner" userId="faf151f15b89e1a0" providerId="LiveId" clId="{C66BCBE5-2DEF-488B-A5CE-289A49C6CA5A}" dt="2025-06-29T18:44:38.059" v="363" actId="14734"/>
        <pc:sldMkLst>
          <pc:docMk/>
          <pc:sldMk cId="2163012998" sldId="258"/>
        </pc:sldMkLst>
      </pc:sldChg>
      <pc:sldChg chg="addSp modSp mod">
        <pc:chgData name="Christian Wagner" userId="faf151f15b89e1a0" providerId="LiveId" clId="{C66BCBE5-2DEF-488B-A5CE-289A49C6CA5A}" dt="2025-06-29T12:43:07.297" v="244" actId="1076"/>
        <pc:sldMkLst>
          <pc:docMk/>
          <pc:sldMk cId="3229511978" sldId="259"/>
        </pc:sldMkLst>
      </pc:sldChg>
      <pc:sldChg chg="modSp mod">
        <pc:chgData name="Christian Wagner" userId="faf151f15b89e1a0" providerId="LiveId" clId="{C66BCBE5-2DEF-488B-A5CE-289A49C6CA5A}" dt="2025-06-29T12:22:41.306" v="79" actId="1076"/>
        <pc:sldMkLst>
          <pc:docMk/>
          <pc:sldMk cId="3702490375" sldId="260"/>
        </pc:sldMkLst>
      </pc:sldChg>
      <pc:sldChg chg="addSp modSp mod">
        <pc:chgData name="Christian Wagner" userId="faf151f15b89e1a0" providerId="LiveId" clId="{C66BCBE5-2DEF-488B-A5CE-289A49C6CA5A}" dt="2025-07-15T07:50:22.286" v="1077" actId="14100"/>
        <pc:sldMkLst>
          <pc:docMk/>
          <pc:sldMk cId="2750837242" sldId="261"/>
        </pc:sldMkLst>
      </pc:sldChg>
      <pc:sldChg chg="modSp mod">
        <pc:chgData name="Christian Wagner" userId="faf151f15b89e1a0" providerId="LiveId" clId="{C66BCBE5-2DEF-488B-A5CE-289A49C6CA5A}" dt="2025-06-29T19:07:19.243" v="584" actId="1076"/>
        <pc:sldMkLst>
          <pc:docMk/>
          <pc:sldMk cId="4283557436" sldId="262"/>
        </pc:sldMkLst>
      </pc:sldChg>
      <pc:sldChg chg="modSp mod">
        <pc:chgData name="Christian Wagner" userId="faf151f15b89e1a0" providerId="LiveId" clId="{C66BCBE5-2DEF-488B-A5CE-289A49C6CA5A}" dt="2025-06-29T12:26:43.598" v="121" actId="1076"/>
        <pc:sldMkLst>
          <pc:docMk/>
          <pc:sldMk cId="1216465287" sldId="263"/>
        </pc:sldMkLst>
      </pc:sldChg>
      <pc:sldChg chg="modSp mod">
        <pc:chgData name="Christian Wagner" userId="faf151f15b89e1a0" providerId="LiveId" clId="{C66BCBE5-2DEF-488B-A5CE-289A49C6CA5A}" dt="2025-06-29T12:31:02.443" v="151" actId="1076"/>
        <pc:sldMkLst>
          <pc:docMk/>
          <pc:sldMk cId="1211018033" sldId="264"/>
        </pc:sldMkLst>
      </pc:sldChg>
      <pc:sldChg chg="modSp mod">
        <pc:chgData name="Christian Wagner" userId="faf151f15b89e1a0" providerId="LiveId" clId="{C66BCBE5-2DEF-488B-A5CE-289A49C6CA5A}" dt="2025-06-29T19:29:33.245" v="888" actId="14734"/>
        <pc:sldMkLst>
          <pc:docMk/>
          <pc:sldMk cId="440859670" sldId="265"/>
        </pc:sldMkLst>
      </pc:sldChg>
      <pc:sldChg chg="modSp mod">
        <pc:chgData name="Christian Wagner" userId="faf151f15b89e1a0" providerId="LiveId" clId="{C66BCBE5-2DEF-488B-A5CE-289A49C6CA5A}" dt="2025-06-29T19:32:19.127" v="916"/>
        <pc:sldMkLst>
          <pc:docMk/>
          <pc:sldMk cId="300443600" sldId="266"/>
        </pc:sldMkLst>
      </pc:sldChg>
      <pc:sldChg chg="addSp delSp modSp new mod ord modNotesTx">
        <pc:chgData name="Christian Wagner" userId="faf151f15b89e1a0" providerId="LiveId" clId="{C66BCBE5-2DEF-488B-A5CE-289A49C6CA5A}" dt="2025-07-15T07:51:32.485" v="1101" actId="1076"/>
        <pc:sldMkLst>
          <pc:docMk/>
          <pc:sldMk cId="2232516397" sldId="267"/>
        </pc:sldMkLst>
      </pc:sldChg>
      <pc:sldChg chg="del">
        <pc:chgData name="Christian Wagner" userId="faf151f15b89e1a0" providerId="LiveId" clId="{C66BCBE5-2DEF-488B-A5CE-289A49C6CA5A}" dt="2025-06-29T12:34:23.527" v="197" actId="2696"/>
        <pc:sldMkLst>
          <pc:docMk/>
          <pc:sldMk cId="3965693222" sldId="267"/>
        </pc:sldMkLst>
      </pc:sldChg>
    </pc:docChg>
  </pc:docChgLst>
  <pc:docChgLst>
    <pc:chgData name="Christian Wagner" userId="faf151f15b89e1a0" providerId="LiveId" clId="{9B2EF151-5D7F-4893-89B0-CEE3BA26D774}"/>
    <pc:docChg chg="undo custSel addSld delSld modSld">
      <pc:chgData name="Christian Wagner" userId="faf151f15b89e1a0" providerId="LiveId" clId="{9B2EF151-5D7F-4893-89B0-CEE3BA26D774}" dt="2025-10-18T11:30:47.825" v="140" actId="207"/>
      <pc:docMkLst>
        <pc:docMk/>
      </pc:docMkLst>
      <pc:sldChg chg="modSp mod">
        <pc:chgData name="Christian Wagner" userId="faf151f15b89e1a0" providerId="LiveId" clId="{9B2EF151-5D7F-4893-89B0-CEE3BA26D774}" dt="2025-10-12T16:03:11.180" v="3" actId="14734"/>
        <pc:sldMkLst>
          <pc:docMk/>
          <pc:sldMk cId="2163012998" sldId="258"/>
        </pc:sldMkLst>
        <pc:graphicFrameChg chg="modGraphic">
          <ac:chgData name="Christian Wagner" userId="faf151f15b89e1a0" providerId="LiveId" clId="{9B2EF151-5D7F-4893-89B0-CEE3BA26D774}" dt="2025-10-12T16:03:11.180" v="3" actId="14734"/>
          <ac:graphicFrameMkLst>
            <pc:docMk/>
            <pc:sldMk cId="2163012998" sldId="258"/>
            <ac:graphicFrameMk id="6" creationId="{9D13E779-128E-2D1F-F559-B0DFEC57FF11}"/>
          </ac:graphicFrameMkLst>
        </pc:graphicFrameChg>
        <pc:graphicFrameChg chg="modGraphic">
          <ac:chgData name="Christian Wagner" userId="faf151f15b89e1a0" providerId="LiveId" clId="{9B2EF151-5D7F-4893-89B0-CEE3BA26D774}" dt="2025-10-12T15:34:40.123" v="1" actId="14734"/>
          <ac:graphicFrameMkLst>
            <pc:docMk/>
            <pc:sldMk cId="2163012998" sldId="258"/>
            <ac:graphicFrameMk id="10" creationId="{8BC66F62-C07F-09EE-0EEF-59B8B23D1953}"/>
          </ac:graphicFrameMkLst>
        </pc:graphicFrameChg>
      </pc:sldChg>
      <pc:sldChg chg="addSp delSp modSp mod">
        <pc:chgData name="Christian Wagner" userId="faf151f15b89e1a0" providerId="LiveId" clId="{9B2EF151-5D7F-4893-89B0-CEE3BA26D774}" dt="2025-10-12T19:29:25.683" v="19" actId="14734"/>
        <pc:sldMkLst>
          <pc:docMk/>
          <pc:sldMk cId="3702490375" sldId="260"/>
        </pc:sldMkLst>
        <pc:spChg chg="add mod">
          <ac:chgData name="Christian Wagner" userId="faf151f15b89e1a0" providerId="LiveId" clId="{9B2EF151-5D7F-4893-89B0-CEE3BA26D774}" dt="2025-10-12T19:23:11.926" v="10" actId="1076"/>
          <ac:spMkLst>
            <pc:docMk/>
            <pc:sldMk cId="3702490375" sldId="260"/>
            <ac:spMk id="4" creationId="{40384A4C-0544-2196-A944-1E51F1DDA8FB}"/>
          </ac:spMkLst>
        </pc:spChg>
        <pc:graphicFrameChg chg="modGraphic">
          <ac:chgData name="Christian Wagner" userId="faf151f15b89e1a0" providerId="LiveId" clId="{9B2EF151-5D7F-4893-89B0-CEE3BA26D774}" dt="2025-10-12T19:22:05.957" v="4" actId="14734"/>
          <ac:graphicFrameMkLst>
            <pc:docMk/>
            <pc:sldMk cId="3702490375" sldId="260"/>
            <ac:graphicFrameMk id="3" creationId="{3837D343-F529-9E03-3D32-C19164D6A584}"/>
          </ac:graphicFrameMkLst>
        </pc:graphicFrameChg>
        <pc:graphicFrameChg chg="modGraphic">
          <ac:chgData name="Christian Wagner" userId="faf151f15b89e1a0" providerId="LiveId" clId="{9B2EF151-5D7F-4893-89B0-CEE3BA26D774}" dt="2025-10-12T19:26:18.473" v="16" actId="14734"/>
          <ac:graphicFrameMkLst>
            <pc:docMk/>
            <pc:sldMk cId="3702490375" sldId="260"/>
            <ac:graphicFrameMk id="6" creationId="{E84BB84A-0198-1DDD-DD40-7369D53997B5}"/>
          </ac:graphicFrameMkLst>
        </pc:graphicFrameChg>
        <pc:graphicFrameChg chg="mod modGraphic">
          <ac:chgData name="Christian Wagner" userId="faf151f15b89e1a0" providerId="LiveId" clId="{9B2EF151-5D7F-4893-89B0-CEE3BA26D774}" dt="2025-10-12T19:29:25.683" v="19" actId="14734"/>
          <ac:graphicFrameMkLst>
            <pc:docMk/>
            <pc:sldMk cId="3702490375" sldId="260"/>
            <ac:graphicFrameMk id="9" creationId="{402065FC-B1D2-E16E-CC8D-2035173926BA}"/>
          </ac:graphicFrameMkLst>
        </pc:graphicFrameChg>
        <pc:graphicFrameChg chg="add del modGraphic">
          <ac:chgData name="Christian Wagner" userId="faf151f15b89e1a0" providerId="LiveId" clId="{9B2EF151-5D7F-4893-89B0-CEE3BA26D774}" dt="2025-10-12T19:23:26.715" v="14" actId="20577"/>
          <ac:graphicFrameMkLst>
            <pc:docMk/>
            <pc:sldMk cId="3702490375" sldId="260"/>
            <ac:graphicFrameMk id="10" creationId="{86D37162-4585-C783-B0D2-AB279FE23341}"/>
          </ac:graphicFrameMkLst>
        </pc:graphicFrameChg>
      </pc:sldChg>
      <pc:sldChg chg="delSp modSp add del mod">
        <pc:chgData name="Christian Wagner" userId="faf151f15b89e1a0" providerId="LiveId" clId="{9B2EF151-5D7F-4893-89B0-CEE3BA26D774}" dt="2025-10-18T10:41:44.831" v="63" actId="2696"/>
        <pc:sldMkLst>
          <pc:docMk/>
          <pc:sldMk cId="471039586" sldId="268"/>
        </pc:sldMkLst>
        <pc:spChg chg="del">
          <ac:chgData name="Christian Wagner" userId="faf151f15b89e1a0" providerId="LiveId" clId="{9B2EF151-5D7F-4893-89B0-CEE3BA26D774}" dt="2025-10-18T10:32:13.794" v="48" actId="478"/>
          <ac:spMkLst>
            <pc:docMk/>
            <pc:sldMk cId="471039586" sldId="268"/>
            <ac:spMk id="2" creationId="{B0E24517-60CE-CB9D-8701-AEBFBCC15253}"/>
          </ac:spMkLst>
        </pc:spChg>
        <pc:spChg chg="del">
          <ac:chgData name="Christian Wagner" userId="faf151f15b89e1a0" providerId="LiveId" clId="{9B2EF151-5D7F-4893-89B0-CEE3BA26D774}" dt="2025-10-18T10:32:12.923" v="47" actId="478"/>
          <ac:spMkLst>
            <pc:docMk/>
            <pc:sldMk cId="471039586" sldId="268"/>
            <ac:spMk id="3" creationId="{A396C46B-B3EB-A867-415C-4A6F34ED82BC}"/>
          </ac:spMkLst>
        </pc:spChg>
        <pc:spChg chg="del">
          <ac:chgData name="Christian Wagner" userId="faf151f15b89e1a0" providerId="LiveId" clId="{9B2EF151-5D7F-4893-89B0-CEE3BA26D774}" dt="2025-10-18T10:31:17.397" v="32" actId="478"/>
          <ac:spMkLst>
            <pc:docMk/>
            <pc:sldMk cId="471039586" sldId="268"/>
            <ac:spMk id="4" creationId="{D2F3AA35-BDA9-D59B-8B1A-D402096E9A2E}"/>
          </ac:spMkLst>
        </pc:spChg>
        <pc:spChg chg="del">
          <ac:chgData name="Christian Wagner" userId="faf151f15b89e1a0" providerId="LiveId" clId="{9B2EF151-5D7F-4893-89B0-CEE3BA26D774}" dt="2025-10-18T10:31:19.740" v="33" actId="478"/>
          <ac:spMkLst>
            <pc:docMk/>
            <pc:sldMk cId="471039586" sldId="268"/>
            <ac:spMk id="5" creationId="{3F8AAF72-8BCB-D77A-98B4-846D211F694F}"/>
          </ac:spMkLst>
        </pc:spChg>
        <pc:spChg chg="del">
          <ac:chgData name="Christian Wagner" userId="faf151f15b89e1a0" providerId="LiveId" clId="{9B2EF151-5D7F-4893-89B0-CEE3BA26D774}" dt="2025-10-18T10:31:21.717" v="34" actId="478"/>
          <ac:spMkLst>
            <pc:docMk/>
            <pc:sldMk cId="471039586" sldId="268"/>
            <ac:spMk id="6" creationId="{094E6BDE-3ABB-7493-326A-F33182B26C71}"/>
          </ac:spMkLst>
        </pc:spChg>
        <pc:spChg chg="del">
          <ac:chgData name="Christian Wagner" userId="faf151f15b89e1a0" providerId="LiveId" clId="{9B2EF151-5D7F-4893-89B0-CEE3BA26D774}" dt="2025-10-18T10:31:32.300" v="42" actId="478"/>
          <ac:spMkLst>
            <pc:docMk/>
            <pc:sldMk cId="471039586" sldId="268"/>
            <ac:spMk id="7" creationId="{E0D7C2B9-2238-284E-83DB-0BFF3BEECD58}"/>
          </ac:spMkLst>
        </pc:spChg>
        <pc:spChg chg="del">
          <ac:chgData name="Christian Wagner" userId="faf151f15b89e1a0" providerId="LiveId" clId="{9B2EF151-5D7F-4893-89B0-CEE3BA26D774}" dt="2025-10-18T10:31:11.575" v="27" actId="478"/>
          <ac:spMkLst>
            <pc:docMk/>
            <pc:sldMk cId="471039586" sldId="268"/>
            <ac:spMk id="9" creationId="{83B3ED1E-8EC8-03AB-E885-0AC053C1486B}"/>
          </ac:spMkLst>
        </pc:spChg>
        <pc:spChg chg="del mod">
          <ac:chgData name="Christian Wagner" userId="faf151f15b89e1a0" providerId="LiveId" clId="{9B2EF151-5D7F-4893-89B0-CEE3BA26D774}" dt="2025-10-18T10:31:14.517" v="30" actId="478"/>
          <ac:spMkLst>
            <pc:docMk/>
            <pc:sldMk cId="471039586" sldId="268"/>
            <ac:spMk id="11" creationId="{68C9CABE-C3DE-B124-315D-D079E02A993E}"/>
          </ac:spMkLst>
        </pc:spChg>
        <pc:spChg chg="del">
          <ac:chgData name="Christian Wagner" userId="faf151f15b89e1a0" providerId="LiveId" clId="{9B2EF151-5D7F-4893-89B0-CEE3BA26D774}" dt="2025-10-18T10:31:12.516" v="28" actId="478"/>
          <ac:spMkLst>
            <pc:docMk/>
            <pc:sldMk cId="471039586" sldId="268"/>
            <ac:spMk id="13" creationId="{329E4F72-7FEE-BDE9-5A3F-767177EC043D}"/>
          </ac:spMkLst>
        </pc:spChg>
        <pc:spChg chg="del">
          <ac:chgData name="Christian Wagner" userId="faf151f15b89e1a0" providerId="LiveId" clId="{9B2EF151-5D7F-4893-89B0-CEE3BA26D774}" dt="2025-10-18T10:31:15.621" v="31" actId="478"/>
          <ac:spMkLst>
            <pc:docMk/>
            <pc:sldMk cId="471039586" sldId="268"/>
            <ac:spMk id="15" creationId="{BE6FF65D-6F0B-A63D-D19D-372F2C974CEB}"/>
          </ac:spMkLst>
        </pc:spChg>
        <pc:spChg chg="mod">
          <ac:chgData name="Christian Wagner" userId="faf151f15b89e1a0" providerId="LiveId" clId="{9B2EF151-5D7F-4893-89B0-CEE3BA26D774}" dt="2025-10-18T10:33:21.973" v="54" actId="1076"/>
          <ac:spMkLst>
            <pc:docMk/>
            <pc:sldMk cId="471039586" sldId="268"/>
            <ac:spMk id="57" creationId="{28073E80-DF97-D52D-08AF-AB67249EE977}"/>
          </ac:spMkLst>
        </pc:spChg>
        <pc:spChg chg="mod">
          <ac:chgData name="Christian Wagner" userId="faf151f15b89e1a0" providerId="LiveId" clId="{9B2EF151-5D7F-4893-89B0-CEE3BA26D774}" dt="2025-10-18T10:32:26.117" v="49" actId="1076"/>
          <ac:spMkLst>
            <pc:docMk/>
            <pc:sldMk cId="471039586" sldId="268"/>
            <ac:spMk id="62" creationId="{2EDAC4D5-3667-06C5-EFB6-0FF9C85BE47A}"/>
          </ac:spMkLst>
        </pc:spChg>
        <pc:spChg chg="mod">
          <ac:chgData name="Christian Wagner" userId="faf151f15b89e1a0" providerId="LiveId" clId="{9B2EF151-5D7F-4893-89B0-CEE3BA26D774}" dt="2025-10-18T10:33:43.944" v="56" actId="1076"/>
          <ac:spMkLst>
            <pc:docMk/>
            <pc:sldMk cId="471039586" sldId="268"/>
            <ac:spMk id="65" creationId="{E8521462-D856-83C7-E397-FAD8182A39F6}"/>
          </ac:spMkLst>
        </pc:spChg>
        <pc:spChg chg="mod">
          <ac:chgData name="Christian Wagner" userId="faf151f15b89e1a0" providerId="LiveId" clId="{9B2EF151-5D7F-4893-89B0-CEE3BA26D774}" dt="2025-10-18T10:33:14.691" v="53" actId="1076"/>
          <ac:spMkLst>
            <pc:docMk/>
            <pc:sldMk cId="471039586" sldId="268"/>
            <ac:spMk id="67" creationId="{C14EE3B9-A03A-F9BA-E122-8D0B36CA8D3E}"/>
          </ac:spMkLst>
        </pc:spChg>
        <pc:spChg chg="mod">
          <ac:chgData name="Christian Wagner" userId="faf151f15b89e1a0" providerId="LiveId" clId="{9B2EF151-5D7F-4893-89B0-CEE3BA26D774}" dt="2025-10-18T10:30:47.074" v="24" actId="1076"/>
          <ac:spMkLst>
            <pc:docMk/>
            <pc:sldMk cId="471039586" sldId="268"/>
            <ac:spMk id="84" creationId="{2920418E-F92B-70FC-444C-08EA3EE38EE5}"/>
          </ac:spMkLst>
        </pc:spChg>
        <pc:spChg chg="mod">
          <ac:chgData name="Christian Wagner" userId="faf151f15b89e1a0" providerId="LiveId" clId="{9B2EF151-5D7F-4893-89B0-CEE3BA26D774}" dt="2025-10-18T10:31:45.249" v="45" actId="1076"/>
          <ac:spMkLst>
            <pc:docMk/>
            <pc:sldMk cId="471039586" sldId="268"/>
            <ac:spMk id="86" creationId="{30FC29B6-46CE-318B-689F-56EAAA95D6B5}"/>
          </ac:spMkLst>
        </pc:spChg>
        <pc:spChg chg="mod">
          <ac:chgData name="Christian Wagner" userId="faf151f15b89e1a0" providerId="LiveId" clId="{9B2EF151-5D7F-4893-89B0-CEE3BA26D774}" dt="2025-10-18T10:34:40.693" v="59" actId="1076"/>
          <ac:spMkLst>
            <pc:docMk/>
            <pc:sldMk cId="471039586" sldId="268"/>
            <ac:spMk id="93" creationId="{6D6A6994-66F3-2348-D81B-D2C92A7D2077}"/>
          </ac:spMkLst>
        </pc:spChg>
        <pc:spChg chg="mod">
          <ac:chgData name="Christian Wagner" userId="faf151f15b89e1a0" providerId="LiveId" clId="{9B2EF151-5D7F-4893-89B0-CEE3BA26D774}" dt="2025-10-18T10:34:46.544" v="61" actId="1076"/>
          <ac:spMkLst>
            <pc:docMk/>
            <pc:sldMk cId="471039586" sldId="268"/>
            <ac:spMk id="95" creationId="{1091AC35-11CF-1040-2A5B-803B4F49A4DA}"/>
          </ac:spMkLst>
        </pc:spChg>
        <pc:graphicFrameChg chg="mod">
          <ac:chgData name="Christian Wagner" userId="faf151f15b89e1a0" providerId="LiveId" clId="{9B2EF151-5D7F-4893-89B0-CEE3BA26D774}" dt="2025-10-18T10:32:35.718" v="50" actId="1076"/>
          <ac:graphicFrameMkLst>
            <pc:docMk/>
            <pc:sldMk cId="471039586" sldId="268"/>
            <ac:graphicFrameMk id="56" creationId="{FBDFF3EE-6C02-2CAC-60C0-D0AE454CA5B0}"/>
          </ac:graphicFrameMkLst>
        </pc:graphicFrameChg>
        <pc:graphicFrameChg chg="mod">
          <ac:chgData name="Christian Wagner" userId="faf151f15b89e1a0" providerId="LiveId" clId="{9B2EF151-5D7F-4893-89B0-CEE3BA26D774}" dt="2025-10-18T10:32:49.800" v="51" actId="1076"/>
          <ac:graphicFrameMkLst>
            <pc:docMk/>
            <pc:sldMk cId="471039586" sldId="268"/>
            <ac:graphicFrameMk id="58" creationId="{F4F99A54-5FD2-4F51-17E1-138D8721AABC}"/>
          </ac:graphicFrameMkLst>
        </pc:graphicFrameChg>
        <pc:graphicFrameChg chg="mod">
          <ac:chgData name="Christian Wagner" userId="faf151f15b89e1a0" providerId="LiveId" clId="{9B2EF151-5D7F-4893-89B0-CEE3BA26D774}" dt="2025-10-18T10:33:29.711" v="55" actId="1076"/>
          <ac:graphicFrameMkLst>
            <pc:docMk/>
            <pc:sldMk cId="471039586" sldId="268"/>
            <ac:graphicFrameMk id="59" creationId="{6179ACE3-89C3-92BD-C2F3-5958F7926624}"/>
          </ac:graphicFrameMkLst>
        </pc:graphicFrameChg>
        <pc:graphicFrameChg chg="mod">
          <ac:chgData name="Christian Wagner" userId="faf151f15b89e1a0" providerId="LiveId" clId="{9B2EF151-5D7F-4893-89B0-CEE3BA26D774}" dt="2025-10-18T10:32:59.621" v="52" actId="1076"/>
          <ac:graphicFrameMkLst>
            <pc:docMk/>
            <pc:sldMk cId="471039586" sldId="268"/>
            <ac:graphicFrameMk id="60" creationId="{FB3CE716-D0F1-E8EC-577F-4BC982F37EB5}"/>
          </ac:graphicFrameMkLst>
        </pc:graphicFrameChg>
        <pc:graphicFrameChg chg="mod">
          <ac:chgData name="Christian Wagner" userId="faf151f15b89e1a0" providerId="LiveId" clId="{9B2EF151-5D7F-4893-89B0-CEE3BA26D774}" dt="2025-10-18T10:32:11.001" v="46" actId="1076"/>
          <ac:graphicFrameMkLst>
            <pc:docMk/>
            <pc:sldMk cId="471039586" sldId="268"/>
            <ac:graphicFrameMk id="61" creationId="{DFEE6E47-EEEA-C6D8-E4A2-7E1083934CA1}"/>
          </ac:graphicFrameMkLst>
        </pc:graphicFrameChg>
        <pc:graphicFrameChg chg="mod">
          <ac:chgData name="Christian Wagner" userId="faf151f15b89e1a0" providerId="LiveId" clId="{9B2EF151-5D7F-4893-89B0-CEE3BA26D774}" dt="2025-10-18T10:34:04.152" v="57" actId="1076"/>
          <ac:graphicFrameMkLst>
            <pc:docMk/>
            <pc:sldMk cId="471039586" sldId="268"/>
            <ac:graphicFrameMk id="63" creationId="{C9373E22-E42D-B915-4118-0E5184D77F36}"/>
          </ac:graphicFrameMkLst>
        </pc:graphicFrameChg>
        <pc:graphicFrameChg chg="mod">
          <ac:chgData name="Christian Wagner" userId="faf151f15b89e1a0" providerId="LiveId" clId="{9B2EF151-5D7F-4893-89B0-CEE3BA26D774}" dt="2025-10-18T10:34:16.962" v="58" actId="1076"/>
          <ac:graphicFrameMkLst>
            <pc:docMk/>
            <pc:sldMk cId="471039586" sldId="268"/>
            <ac:graphicFrameMk id="64" creationId="{DBD4C649-A359-3A22-43F4-46DE155C6C06}"/>
          </ac:graphicFrameMkLst>
        </pc:graphicFrameChg>
        <pc:graphicFrameChg chg="mod">
          <ac:chgData name="Christian Wagner" userId="faf151f15b89e1a0" providerId="LiveId" clId="{9B2EF151-5D7F-4893-89B0-CEE3BA26D774}" dt="2025-10-18T10:30:22.602" v="23" actId="1076"/>
          <ac:graphicFrameMkLst>
            <pc:docMk/>
            <pc:sldMk cId="471039586" sldId="268"/>
            <ac:graphicFrameMk id="82" creationId="{697BA2BD-4471-1B70-574F-04CF536A9A4C}"/>
          </ac:graphicFrameMkLst>
        </pc:graphicFrameChg>
        <pc:graphicFrameChg chg="mod">
          <ac:chgData name="Christian Wagner" userId="faf151f15b89e1a0" providerId="LiveId" clId="{9B2EF151-5D7F-4893-89B0-CEE3BA26D774}" dt="2025-10-18T10:31:08.909" v="26" actId="1076"/>
          <ac:graphicFrameMkLst>
            <pc:docMk/>
            <pc:sldMk cId="471039586" sldId="268"/>
            <ac:graphicFrameMk id="83" creationId="{00C757B4-9D38-B8AA-3DE0-8B3A9A68D775}"/>
          </ac:graphicFrameMkLst>
        </pc:graphicFrameChg>
        <pc:graphicFrameChg chg="mod">
          <ac:chgData name="Christian Wagner" userId="faf151f15b89e1a0" providerId="LiveId" clId="{9B2EF151-5D7F-4893-89B0-CEE3BA26D774}" dt="2025-10-18T10:30:56.982" v="25" actId="1076"/>
          <ac:graphicFrameMkLst>
            <pc:docMk/>
            <pc:sldMk cId="471039586" sldId="268"/>
            <ac:graphicFrameMk id="85" creationId="{3D4E052A-58D4-2C53-9718-4BA3DB0CEB85}"/>
          </ac:graphicFrameMkLst>
        </pc:graphicFrameChg>
        <pc:cxnChg chg="del mod">
          <ac:chgData name="Christian Wagner" userId="faf151f15b89e1a0" providerId="LiveId" clId="{9B2EF151-5D7F-4893-89B0-CEE3BA26D774}" dt="2025-10-18T10:31:24.267" v="36" actId="478"/>
          <ac:cxnSpMkLst>
            <pc:docMk/>
            <pc:sldMk cId="471039586" sldId="268"/>
            <ac:cxnSpMk id="37" creationId="{83576996-E4B4-335A-821D-EB7EE7820D5F}"/>
          </ac:cxnSpMkLst>
        </pc:cxnChg>
        <pc:cxnChg chg="del mod">
          <ac:chgData name="Christian Wagner" userId="faf151f15b89e1a0" providerId="LiveId" clId="{9B2EF151-5D7F-4893-89B0-CEE3BA26D774}" dt="2025-10-18T10:31:25.948" v="37" actId="478"/>
          <ac:cxnSpMkLst>
            <pc:docMk/>
            <pc:sldMk cId="471039586" sldId="268"/>
            <ac:cxnSpMk id="39" creationId="{BEFD0BBA-0E48-0CE0-FB3D-480A0CB6DF7A}"/>
          </ac:cxnSpMkLst>
        </pc:cxnChg>
        <pc:cxnChg chg="del mod">
          <ac:chgData name="Christian Wagner" userId="faf151f15b89e1a0" providerId="LiveId" clId="{9B2EF151-5D7F-4893-89B0-CEE3BA26D774}" dt="2025-10-18T10:31:22.852" v="35" actId="478"/>
          <ac:cxnSpMkLst>
            <pc:docMk/>
            <pc:sldMk cId="471039586" sldId="268"/>
            <ac:cxnSpMk id="42" creationId="{9FEFE661-1DE9-7A66-9E8B-61022D54C51D}"/>
          </ac:cxnSpMkLst>
        </pc:cxnChg>
        <pc:cxnChg chg="del mod">
          <ac:chgData name="Christian Wagner" userId="faf151f15b89e1a0" providerId="LiveId" clId="{9B2EF151-5D7F-4893-89B0-CEE3BA26D774}" dt="2025-10-18T10:31:33.260" v="43" actId="478"/>
          <ac:cxnSpMkLst>
            <pc:docMk/>
            <pc:sldMk cId="471039586" sldId="268"/>
            <ac:cxnSpMk id="44" creationId="{98CDB2B2-B13D-BF48-6A12-9DFCF5582DDD}"/>
          </ac:cxnSpMkLst>
        </pc:cxnChg>
        <pc:cxnChg chg="del mod">
          <ac:chgData name="Christian Wagner" userId="faf151f15b89e1a0" providerId="LiveId" clId="{9B2EF151-5D7F-4893-89B0-CEE3BA26D774}" dt="2025-10-18T10:31:29.444" v="40" actId="478"/>
          <ac:cxnSpMkLst>
            <pc:docMk/>
            <pc:sldMk cId="471039586" sldId="268"/>
            <ac:cxnSpMk id="46" creationId="{F7175C75-CCB0-4690-B06D-ACA1E2AB1705}"/>
          </ac:cxnSpMkLst>
        </pc:cxnChg>
        <pc:cxnChg chg="del mod">
          <ac:chgData name="Christian Wagner" userId="faf151f15b89e1a0" providerId="LiveId" clId="{9B2EF151-5D7F-4893-89B0-CEE3BA26D774}" dt="2025-10-18T10:31:28.308" v="39" actId="478"/>
          <ac:cxnSpMkLst>
            <pc:docMk/>
            <pc:sldMk cId="471039586" sldId="268"/>
            <ac:cxnSpMk id="48" creationId="{BF9B157D-00E7-4578-F1A5-F2673B867864}"/>
          </ac:cxnSpMkLst>
        </pc:cxnChg>
        <pc:cxnChg chg="del mod">
          <ac:chgData name="Christian Wagner" userId="faf151f15b89e1a0" providerId="LiveId" clId="{9B2EF151-5D7F-4893-89B0-CEE3BA26D774}" dt="2025-10-18T10:31:27.348" v="38" actId="478"/>
          <ac:cxnSpMkLst>
            <pc:docMk/>
            <pc:sldMk cId="471039586" sldId="268"/>
            <ac:cxnSpMk id="50" creationId="{EA4FFDB6-7E03-6702-38BA-7594CB245CF5}"/>
          </ac:cxnSpMkLst>
        </pc:cxnChg>
        <pc:cxnChg chg="del">
          <ac:chgData name="Christian Wagner" userId="faf151f15b89e1a0" providerId="LiveId" clId="{9B2EF151-5D7F-4893-89B0-CEE3BA26D774}" dt="2025-10-18T10:31:30.803" v="41" actId="478"/>
          <ac:cxnSpMkLst>
            <pc:docMk/>
            <pc:sldMk cId="471039586" sldId="268"/>
            <ac:cxnSpMk id="55" creationId="{6FFCF738-CAE5-3268-3793-E1234A1251BC}"/>
          </ac:cxnSpMkLst>
        </pc:cxnChg>
      </pc:sldChg>
      <pc:sldChg chg="modSp add mod">
        <pc:chgData name="Christian Wagner" userId="faf151f15b89e1a0" providerId="LiveId" clId="{9B2EF151-5D7F-4893-89B0-CEE3BA26D774}" dt="2025-10-18T11:30:47.825" v="140" actId="207"/>
        <pc:sldMkLst>
          <pc:docMk/>
          <pc:sldMk cId="2933681450" sldId="269"/>
        </pc:sldMkLst>
        <pc:spChg chg="mod">
          <ac:chgData name="Christian Wagner" userId="faf151f15b89e1a0" providerId="LiveId" clId="{9B2EF151-5D7F-4893-89B0-CEE3BA26D774}" dt="2025-10-18T10:50:22.776" v="67" actId="207"/>
          <ac:spMkLst>
            <pc:docMk/>
            <pc:sldMk cId="2933681450" sldId="269"/>
            <ac:spMk id="12" creationId="{BDB40943-3B71-90DD-FB8A-5A22E30B9AFF}"/>
          </ac:spMkLst>
        </pc:spChg>
        <pc:spChg chg="mod">
          <ac:chgData name="Christian Wagner" userId="faf151f15b89e1a0" providerId="LiveId" clId="{9B2EF151-5D7F-4893-89B0-CEE3BA26D774}" dt="2025-10-18T10:52:12.938" v="70" actId="207"/>
          <ac:spMkLst>
            <pc:docMk/>
            <pc:sldMk cId="2933681450" sldId="269"/>
            <ac:spMk id="14" creationId="{E018F4FA-3AAA-B527-2CA3-39AB5D4A8167}"/>
          </ac:spMkLst>
        </pc:spChg>
        <pc:spChg chg="mod">
          <ac:chgData name="Christian Wagner" userId="faf151f15b89e1a0" providerId="LiveId" clId="{9B2EF151-5D7F-4893-89B0-CEE3BA26D774}" dt="2025-10-18T11:06:26.779" v="91" actId="207"/>
          <ac:spMkLst>
            <pc:docMk/>
            <pc:sldMk cId="2933681450" sldId="269"/>
            <ac:spMk id="17" creationId="{9860FF6D-861E-CDCD-5726-0B441C114EBD}"/>
          </ac:spMkLst>
        </pc:spChg>
        <pc:spChg chg="mod">
          <ac:chgData name="Christian Wagner" userId="faf151f15b89e1a0" providerId="LiveId" clId="{9B2EF151-5D7F-4893-89B0-CEE3BA26D774}" dt="2025-10-18T11:09:35.400" v="95" actId="207"/>
          <ac:spMkLst>
            <pc:docMk/>
            <pc:sldMk cId="2933681450" sldId="269"/>
            <ac:spMk id="19" creationId="{BDDACF6C-662C-E2AE-7525-30F574ED265B}"/>
          </ac:spMkLst>
        </pc:spChg>
        <pc:spChg chg="mod">
          <ac:chgData name="Christian Wagner" userId="faf151f15b89e1a0" providerId="LiveId" clId="{9B2EF151-5D7F-4893-89B0-CEE3BA26D774}" dt="2025-10-18T10:53:54.911" v="73" actId="207"/>
          <ac:spMkLst>
            <pc:docMk/>
            <pc:sldMk cId="2933681450" sldId="269"/>
            <ac:spMk id="21" creationId="{7DFE548D-F148-4F1E-1B78-B737F53ACBCD}"/>
          </ac:spMkLst>
        </pc:spChg>
        <pc:spChg chg="mod">
          <ac:chgData name="Christian Wagner" userId="faf151f15b89e1a0" providerId="LiveId" clId="{9B2EF151-5D7F-4893-89B0-CEE3BA26D774}" dt="2025-10-18T10:53:51.911" v="72" actId="207"/>
          <ac:spMkLst>
            <pc:docMk/>
            <pc:sldMk cId="2933681450" sldId="269"/>
            <ac:spMk id="25" creationId="{EF1C42AB-E539-BCAD-8272-E37999EFBF7F}"/>
          </ac:spMkLst>
        </pc:spChg>
        <pc:spChg chg="mod">
          <ac:chgData name="Christian Wagner" userId="faf151f15b89e1a0" providerId="LiveId" clId="{9B2EF151-5D7F-4893-89B0-CEE3BA26D774}" dt="2025-10-18T10:53:44.667" v="71" actId="207"/>
          <ac:spMkLst>
            <pc:docMk/>
            <pc:sldMk cId="2933681450" sldId="269"/>
            <ac:spMk id="27" creationId="{335E5ED0-E721-9092-9DDF-3C67931D973E}"/>
          </ac:spMkLst>
        </pc:spChg>
        <pc:spChg chg="mod">
          <ac:chgData name="Christian Wagner" userId="faf151f15b89e1a0" providerId="LiveId" clId="{9B2EF151-5D7F-4893-89B0-CEE3BA26D774}" dt="2025-10-18T11:18:55.044" v="115" actId="207"/>
          <ac:spMkLst>
            <pc:docMk/>
            <pc:sldMk cId="2933681450" sldId="269"/>
            <ac:spMk id="29" creationId="{43A92A90-C3C9-A7B0-742A-073277558605}"/>
          </ac:spMkLst>
        </pc:spChg>
        <pc:spChg chg="mod">
          <ac:chgData name="Christian Wagner" userId="faf151f15b89e1a0" providerId="LiveId" clId="{9B2EF151-5D7F-4893-89B0-CEE3BA26D774}" dt="2025-10-18T10:56:46.783" v="78" actId="207"/>
          <ac:spMkLst>
            <pc:docMk/>
            <pc:sldMk cId="2933681450" sldId="269"/>
            <ac:spMk id="31" creationId="{C18C464E-9ECB-F557-3179-5E828B66BE5F}"/>
          </ac:spMkLst>
        </pc:spChg>
        <pc:spChg chg="mod">
          <ac:chgData name="Christian Wagner" userId="faf151f15b89e1a0" providerId="LiveId" clId="{9B2EF151-5D7F-4893-89B0-CEE3BA26D774}" dt="2025-10-18T11:12:15.248" v="104" actId="207"/>
          <ac:spMkLst>
            <pc:docMk/>
            <pc:sldMk cId="2933681450" sldId="269"/>
            <ac:spMk id="33" creationId="{188B1FBA-626E-C221-70D1-7747652A05A7}"/>
          </ac:spMkLst>
        </pc:spChg>
        <pc:spChg chg="mod">
          <ac:chgData name="Christian Wagner" userId="faf151f15b89e1a0" providerId="LiveId" clId="{9B2EF151-5D7F-4893-89B0-CEE3BA26D774}" dt="2025-10-18T11:18:59.272" v="116" actId="207"/>
          <ac:spMkLst>
            <pc:docMk/>
            <pc:sldMk cId="2933681450" sldId="269"/>
            <ac:spMk id="35" creationId="{3CB53D0A-AF68-96BE-4173-CCB4EDC97CDF}"/>
          </ac:spMkLst>
        </pc:spChg>
        <pc:spChg chg="mod">
          <ac:chgData name="Christian Wagner" userId="faf151f15b89e1a0" providerId="LiveId" clId="{9B2EF151-5D7F-4893-89B0-CEE3BA26D774}" dt="2025-10-18T11:03:52.678" v="86" actId="207"/>
          <ac:spMkLst>
            <pc:docMk/>
            <pc:sldMk cId="2933681450" sldId="269"/>
            <ac:spMk id="57" creationId="{38DF2977-4BD4-1029-121C-7904A04240DF}"/>
          </ac:spMkLst>
        </pc:spChg>
        <pc:spChg chg="mod">
          <ac:chgData name="Christian Wagner" userId="faf151f15b89e1a0" providerId="LiveId" clId="{9B2EF151-5D7F-4893-89B0-CEE3BA26D774}" dt="2025-10-18T10:58:25.391" v="80" actId="207"/>
          <ac:spMkLst>
            <pc:docMk/>
            <pc:sldMk cId="2933681450" sldId="269"/>
            <ac:spMk id="62" creationId="{BDE47DF2-CADB-C25D-1600-FB7D47385FEA}"/>
          </ac:spMkLst>
        </pc:spChg>
        <pc:spChg chg="mod">
          <ac:chgData name="Christian Wagner" userId="faf151f15b89e1a0" providerId="LiveId" clId="{9B2EF151-5D7F-4893-89B0-CEE3BA26D774}" dt="2025-10-18T11:22:46.411" v="132" actId="207"/>
          <ac:spMkLst>
            <pc:docMk/>
            <pc:sldMk cId="2933681450" sldId="269"/>
            <ac:spMk id="65" creationId="{338733FD-F4DF-6DD4-8F77-EB3C19CA7847}"/>
          </ac:spMkLst>
        </pc:spChg>
        <pc:spChg chg="mod">
          <ac:chgData name="Christian Wagner" userId="faf151f15b89e1a0" providerId="LiveId" clId="{9B2EF151-5D7F-4893-89B0-CEE3BA26D774}" dt="2025-10-18T11:04:44.867" v="88" actId="207"/>
          <ac:spMkLst>
            <pc:docMk/>
            <pc:sldMk cId="2933681450" sldId="269"/>
            <ac:spMk id="67" creationId="{B296F67D-CA2C-0BD2-6474-995DDF5F52C3}"/>
          </ac:spMkLst>
        </pc:spChg>
        <pc:spChg chg="mod">
          <ac:chgData name="Christian Wagner" userId="faf151f15b89e1a0" providerId="LiveId" clId="{9B2EF151-5D7F-4893-89B0-CEE3BA26D774}" dt="2025-10-18T10:54:58.263" v="75" actId="207"/>
          <ac:spMkLst>
            <pc:docMk/>
            <pc:sldMk cId="2933681450" sldId="269"/>
            <ac:spMk id="69" creationId="{772E3266-718A-2877-3720-ADCE1A848304}"/>
          </ac:spMkLst>
        </pc:spChg>
        <pc:spChg chg="mod">
          <ac:chgData name="Christian Wagner" userId="faf151f15b89e1a0" providerId="LiveId" clId="{9B2EF151-5D7F-4893-89B0-CEE3BA26D774}" dt="2025-10-18T11:18:18.319" v="114" actId="207"/>
          <ac:spMkLst>
            <pc:docMk/>
            <pc:sldMk cId="2933681450" sldId="269"/>
            <ac:spMk id="70" creationId="{05AE120F-83E5-9079-942A-BCF702ED7242}"/>
          </ac:spMkLst>
        </pc:spChg>
        <pc:spChg chg="mod">
          <ac:chgData name="Christian Wagner" userId="faf151f15b89e1a0" providerId="LiveId" clId="{9B2EF151-5D7F-4893-89B0-CEE3BA26D774}" dt="2025-10-18T11:16:03.622" v="111" actId="207"/>
          <ac:spMkLst>
            <pc:docMk/>
            <pc:sldMk cId="2933681450" sldId="269"/>
            <ac:spMk id="73" creationId="{F87F842D-4703-31B7-BE61-E804E5AF0D12}"/>
          </ac:spMkLst>
        </pc:spChg>
        <pc:spChg chg="mod">
          <ac:chgData name="Christian Wagner" userId="faf151f15b89e1a0" providerId="LiveId" clId="{9B2EF151-5D7F-4893-89B0-CEE3BA26D774}" dt="2025-10-18T11:15:50.280" v="110" actId="207"/>
          <ac:spMkLst>
            <pc:docMk/>
            <pc:sldMk cId="2933681450" sldId="269"/>
            <ac:spMk id="76" creationId="{61B3D262-065C-1510-22DA-EF3F60CA61B1}"/>
          </ac:spMkLst>
        </pc:spChg>
        <pc:spChg chg="mod">
          <ac:chgData name="Christian Wagner" userId="faf151f15b89e1a0" providerId="LiveId" clId="{9B2EF151-5D7F-4893-89B0-CEE3BA26D774}" dt="2025-10-18T11:22:03.006" v="131" actId="207"/>
          <ac:spMkLst>
            <pc:docMk/>
            <pc:sldMk cId="2933681450" sldId="269"/>
            <ac:spMk id="77" creationId="{601AF6E6-DD9B-B5CE-FAB5-9544A225FF2E}"/>
          </ac:spMkLst>
        </pc:spChg>
        <pc:spChg chg="mod">
          <ac:chgData name="Christian Wagner" userId="faf151f15b89e1a0" providerId="LiveId" clId="{9B2EF151-5D7F-4893-89B0-CEE3BA26D774}" dt="2025-10-18T10:55:50.916" v="77" actId="207"/>
          <ac:spMkLst>
            <pc:docMk/>
            <pc:sldMk cId="2933681450" sldId="269"/>
            <ac:spMk id="78" creationId="{57B64F56-48DE-452D-8521-2A5C6375F6F5}"/>
          </ac:spMkLst>
        </pc:spChg>
        <pc:spChg chg="mod">
          <ac:chgData name="Christian Wagner" userId="faf151f15b89e1a0" providerId="LiveId" clId="{9B2EF151-5D7F-4893-89B0-CEE3BA26D774}" dt="2025-10-18T10:55:32.606" v="76" actId="207"/>
          <ac:spMkLst>
            <pc:docMk/>
            <pc:sldMk cId="2933681450" sldId="269"/>
            <ac:spMk id="80" creationId="{0918DDFA-C9C4-ACA6-DC35-EEE387B66A46}"/>
          </ac:spMkLst>
        </pc:spChg>
        <pc:spChg chg="mod">
          <ac:chgData name="Christian Wagner" userId="faf151f15b89e1a0" providerId="LiveId" clId="{9B2EF151-5D7F-4893-89B0-CEE3BA26D774}" dt="2025-10-18T11:13:40.830" v="105" actId="207"/>
          <ac:spMkLst>
            <pc:docMk/>
            <pc:sldMk cId="2933681450" sldId="269"/>
            <ac:spMk id="84" creationId="{BAFDCE27-1CFB-3EAC-2BD7-A419119E5FF8}"/>
          </ac:spMkLst>
        </pc:spChg>
        <pc:spChg chg="mod">
          <ac:chgData name="Christian Wagner" userId="faf151f15b89e1a0" providerId="LiveId" clId="{9B2EF151-5D7F-4893-89B0-CEE3BA26D774}" dt="2025-10-18T11:07:41.093" v="93" actId="207"/>
          <ac:spMkLst>
            <pc:docMk/>
            <pc:sldMk cId="2933681450" sldId="269"/>
            <ac:spMk id="86" creationId="{42481B37-440B-108C-5ED4-886878CEA298}"/>
          </ac:spMkLst>
        </pc:spChg>
        <pc:spChg chg="mod">
          <ac:chgData name="Christian Wagner" userId="faf151f15b89e1a0" providerId="LiveId" clId="{9B2EF151-5D7F-4893-89B0-CEE3BA26D774}" dt="2025-10-18T10:51:01.205" v="69" actId="207"/>
          <ac:spMkLst>
            <pc:docMk/>
            <pc:sldMk cId="2933681450" sldId="269"/>
            <ac:spMk id="89" creationId="{21363960-0B28-523B-EC65-BBC02B492D35}"/>
          </ac:spMkLst>
        </pc:spChg>
        <pc:spChg chg="mod">
          <ac:chgData name="Christian Wagner" userId="faf151f15b89e1a0" providerId="LiveId" clId="{9B2EF151-5D7F-4893-89B0-CEE3BA26D774}" dt="2025-10-18T11:11:08.731" v="102" actId="207"/>
          <ac:spMkLst>
            <pc:docMk/>
            <pc:sldMk cId="2933681450" sldId="269"/>
            <ac:spMk id="91" creationId="{10D0C1A2-A89A-E3E2-69BD-B79681B7BDCF}"/>
          </ac:spMkLst>
        </pc:spChg>
        <pc:spChg chg="mod">
          <ac:chgData name="Christian Wagner" userId="faf151f15b89e1a0" providerId="LiveId" clId="{9B2EF151-5D7F-4893-89B0-CEE3BA26D774}" dt="2025-10-18T11:00:55.732" v="81" actId="207"/>
          <ac:spMkLst>
            <pc:docMk/>
            <pc:sldMk cId="2933681450" sldId="269"/>
            <ac:spMk id="93" creationId="{064E552F-1ECF-29DB-5C16-526B86AB379D}"/>
          </ac:spMkLst>
        </pc:spChg>
        <pc:spChg chg="mod">
          <ac:chgData name="Christian Wagner" userId="faf151f15b89e1a0" providerId="LiveId" clId="{9B2EF151-5D7F-4893-89B0-CEE3BA26D774}" dt="2025-10-18T11:00:58.985" v="82" actId="207"/>
          <ac:spMkLst>
            <pc:docMk/>
            <pc:sldMk cId="2933681450" sldId="269"/>
            <ac:spMk id="95" creationId="{3BAA1CAB-B08F-5E1C-589C-48B0EB4177B1}"/>
          </ac:spMkLst>
        </pc:spChg>
        <pc:spChg chg="mod">
          <ac:chgData name="Christian Wagner" userId="faf151f15b89e1a0" providerId="LiveId" clId="{9B2EF151-5D7F-4893-89B0-CEE3BA26D774}" dt="2025-10-18T11:06:29.932" v="92" actId="207"/>
          <ac:spMkLst>
            <pc:docMk/>
            <pc:sldMk cId="2933681450" sldId="269"/>
            <ac:spMk id="97" creationId="{85EA5BCE-4B1A-9157-3C54-5C310AD387EB}"/>
          </ac:spMkLst>
        </pc:spChg>
        <pc:spChg chg="mod">
          <ac:chgData name="Christian Wagner" userId="faf151f15b89e1a0" providerId="LiveId" clId="{9B2EF151-5D7F-4893-89B0-CEE3BA26D774}" dt="2025-10-18T11:20:14.417" v="127" actId="207"/>
          <ac:spMkLst>
            <pc:docMk/>
            <pc:sldMk cId="2933681450" sldId="269"/>
            <ac:spMk id="99" creationId="{C1D53949-8C4E-13B4-2F98-F5D756220816}"/>
          </ac:spMkLst>
        </pc:spChg>
        <pc:spChg chg="mod">
          <ac:chgData name="Christian Wagner" userId="faf151f15b89e1a0" providerId="LiveId" clId="{9B2EF151-5D7F-4893-89B0-CEE3BA26D774}" dt="2025-10-18T11:20:35.378" v="128" actId="207"/>
          <ac:spMkLst>
            <pc:docMk/>
            <pc:sldMk cId="2933681450" sldId="269"/>
            <ac:spMk id="101" creationId="{9ADE40BC-8AA2-5933-6DF2-B8087A290418}"/>
          </ac:spMkLst>
        </pc:spChg>
        <pc:spChg chg="mod">
          <ac:chgData name="Christian Wagner" userId="faf151f15b89e1a0" providerId="LiveId" clId="{9B2EF151-5D7F-4893-89B0-CEE3BA26D774}" dt="2025-10-18T11:20:38.268" v="129" actId="207"/>
          <ac:spMkLst>
            <pc:docMk/>
            <pc:sldMk cId="2933681450" sldId="269"/>
            <ac:spMk id="103" creationId="{54C03CB4-43DF-B5ED-F30A-33B541BDC2E3}"/>
          </ac:spMkLst>
        </pc:spChg>
        <pc:spChg chg="mod">
          <ac:chgData name="Christian Wagner" userId="faf151f15b89e1a0" providerId="LiveId" clId="{9B2EF151-5D7F-4893-89B0-CEE3BA26D774}" dt="2025-10-18T11:11:03.262" v="101" actId="207"/>
          <ac:spMkLst>
            <pc:docMk/>
            <pc:sldMk cId="2933681450" sldId="269"/>
            <ac:spMk id="105" creationId="{6E61A55F-860C-3D3F-ADD9-BB0687DDBC54}"/>
          </ac:spMkLst>
        </pc:spChg>
        <pc:spChg chg="mod">
          <ac:chgData name="Christian Wagner" userId="faf151f15b89e1a0" providerId="LiveId" clId="{9B2EF151-5D7F-4893-89B0-CEE3BA26D774}" dt="2025-10-18T11:17:04.509" v="113" actId="207"/>
          <ac:spMkLst>
            <pc:docMk/>
            <pc:sldMk cId="2933681450" sldId="269"/>
            <ac:spMk id="107" creationId="{C2CE2654-6CBC-96F5-15F0-8581AEC488A7}"/>
          </ac:spMkLst>
        </pc:spChg>
        <pc:spChg chg="mod">
          <ac:chgData name="Christian Wagner" userId="faf151f15b89e1a0" providerId="LiveId" clId="{9B2EF151-5D7F-4893-89B0-CEE3BA26D774}" dt="2025-10-18T11:27:29.415" v="139" actId="207"/>
          <ac:spMkLst>
            <pc:docMk/>
            <pc:sldMk cId="2933681450" sldId="269"/>
            <ac:spMk id="109" creationId="{3D415994-854D-8287-B414-7B3A1A3BBFD8}"/>
          </ac:spMkLst>
        </pc:spChg>
        <pc:spChg chg="mod">
          <ac:chgData name="Christian Wagner" userId="faf151f15b89e1a0" providerId="LiveId" clId="{9B2EF151-5D7F-4893-89B0-CEE3BA26D774}" dt="2025-10-18T11:13:57.766" v="106" actId="207"/>
          <ac:spMkLst>
            <pc:docMk/>
            <pc:sldMk cId="2933681450" sldId="269"/>
            <ac:spMk id="111" creationId="{6C36492C-91AF-5485-B6A8-6CD4781DA0C2}"/>
          </ac:spMkLst>
        </pc:spChg>
        <pc:spChg chg="mod">
          <ac:chgData name="Christian Wagner" userId="faf151f15b89e1a0" providerId="LiveId" clId="{9B2EF151-5D7F-4893-89B0-CEE3BA26D774}" dt="2025-10-18T11:30:47.825" v="140" actId="207"/>
          <ac:spMkLst>
            <pc:docMk/>
            <pc:sldMk cId="2933681450" sldId="269"/>
            <ac:spMk id="113" creationId="{026FF9EE-EEA8-0E5A-1B10-0FA2E8C9CF03}"/>
          </ac:spMkLst>
        </pc:spChg>
        <pc:spChg chg="mod">
          <ac:chgData name="Christian Wagner" userId="faf151f15b89e1a0" providerId="LiveId" clId="{9B2EF151-5D7F-4893-89B0-CEE3BA26D774}" dt="2025-10-18T11:25:56.596" v="136" actId="207"/>
          <ac:spMkLst>
            <pc:docMk/>
            <pc:sldMk cId="2933681450" sldId="269"/>
            <ac:spMk id="115" creationId="{35779F0B-A03B-C9B6-4E24-60FFCCB44BAB}"/>
          </ac:spMkLst>
        </pc:spChg>
        <pc:spChg chg="mod">
          <ac:chgData name="Christian Wagner" userId="faf151f15b89e1a0" providerId="LiveId" clId="{9B2EF151-5D7F-4893-89B0-CEE3BA26D774}" dt="2025-10-18T10:50:13.648" v="66" actId="207"/>
          <ac:spMkLst>
            <pc:docMk/>
            <pc:sldMk cId="2933681450" sldId="269"/>
            <ac:spMk id="117" creationId="{489ECCA6-FBDF-4B85-89B5-414E2E5D6C70}"/>
          </ac:spMkLst>
        </pc:spChg>
        <pc:spChg chg="mod">
          <ac:chgData name="Christian Wagner" userId="faf151f15b89e1a0" providerId="LiveId" clId="{9B2EF151-5D7F-4893-89B0-CEE3BA26D774}" dt="2025-10-18T11:05:41.494" v="89" actId="207"/>
          <ac:spMkLst>
            <pc:docMk/>
            <pc:sldMk cId="2933681450" sldId="269"/>
            <ac:spMk id="119" creationId="{556B072C-7793-D17F-F06C-F5BA2966A507}"/>
          </ac:spMkLst>
        </pc:spChg>
        <pc:spChg chg="mod">
          <ac:chgData name="Christian Wagner" userId="faf151f15b89e1a0" providerId="LiveId" clId="{9B2EF151-5D7F-4893-89B0-CEE3BA26D774}" dt="2025-10-18T11:26:56.040" v="138" actId="207"/>
          <ac:spMkLst>
            <pc:docMk/>
            <pc:sldMk cId="2933681450" sldId="269"/>
            <ac:spMk id="121" creationId="{1D4C1C3D-A9EE-7953-E46F-C8C097810BC0}"/>
          </ac:spMkLst>
        </pc:spChg>
        <pc:spChg chg="mod">
          <ac:chgData name="Christian Wagner" userId="faf151f15b89e1a0" providerId="LiveId" clId="{9B2EF151-5D7F-4893-89B0-CEE3BA26D774}" dt="2025-10-18T11:10:00.068" v="99" actId="207"/>
          <ac:spMkLst>
            <pc:docMk/>
            <pc:sldMk cId="2933681450" sldId="269"/>
            <ac:spMk id="123" creationId="{357FF059-4939-9B15-AAAD-9993E074674A}"/>
          </ac:spMkLst>
        </pc:spChg>
        <pc:spChg chg="mod">
          <ac:chgData name="Christian Wagner" userId="faf151f15b89e1a0" providerId="LiveId" clId="{9B2EF151-5D7F-4893-89B0-CEE3BA26D774}" dt="2025-10-18T11:25:16.097" v="134" actId="207"/>
          <ac:spMkLst>
            <pc:docMk/>
            <pc:sldMk cId="2933681450" sldId="269"/>
            <ac:spMk id="127" creationId="{756BFE60-25A5-F8C7-54D2-42645503ECDC}"/>
          </ac:spMkLst>
        </pc:spChg>
        <pc:spChg chg="mod">
          <ac:chgData name="Christian Wagner" userId="faf151f15b89e1a0" providerId="LiveId" clId="{9B2EF151-5D7F-4893-89B0-CEE3BA26D774}" dt="2025-10-18T11:05:45.228" v="90" actId="207"/>
          <ac:spMkLst>
            <pc:docMk/>
            <pc:sldMk cId="2933681450" sldId="269"/>
            <ac:spMk id="129" creationId="{D74D20D8-FD4E-DF97-3DF4-1FA694CE9771}"/>
          </ac:spMkLst>
        </pc:spChg>
        <pc:spChg chg="mod">
          <ac:chgData name="Christian Wagner" userId="faf151f15b89e1a0" providerId="LiveId" clId="{9B2EF151-5D7F-4893-89B0-CEE3BA26D774}" dt="2025-10-18T11:25:34.733" v="135" actId="207"/>
          <ac:spMkLst>
            <pc:docMk/>
            <pc:sldMk cId="2933681450" sldId="269"/>
            <ac:spMk id="131" creationId="{1204EF36-9EC9-4961-D287-CDF8BA48CF1A}"/>
          </ac:spMkLst>
        </pc:spChg>
        <pc:graphicFrameChg chg="modGraphic">
          <ac:chgData name="Christian Wagner" userId="faf151f15b89e1a0" providerId="LiveId" clId="{9B2EF151-5D7F-4893-89B0-CEE3BA26D774}" dt="2025-10-18T11:02:58.115" v="84" actId="207"/>
          <ac:graphicFrameMkLst>
            <pc:docMk/>
            <pc:sldMk cId="2933681450" sldId="269"/>
            <ac:graphicFrameMk id="56" creationId="{DEE758FF-5375-F173-1135-550F267E8FA4}"/>
          </ac:graphicFrameMkLst>
        </pc:graphicFrameChg>
        <pc:graphicFrameChg chg="modGraphic">
          <ac:chgData name="Christian Wagner" userId="faf151f15b89e1a0" providerId="LiveId" clId="{9B2EF151-5D7F-4893-89B0-CEE3BA26D774}" dt="2025-10-18T11:03:48.470" v="85" actId="207"/>
          <ac:graphicFrameMkLst>
            <pc:docMk/>
            <pc:sldMk cId="2933681450" sldId="269"/>
            <ac:graphicFrameMk id="58" creationId="{8D135DB6-0898-62C5-35E8-0EB2F91116A9}"/>
          </ac:graphicFrameMkLst>
        </pc:graphicFrameChg>
        <pc:graphicFrameChg chg="modGraphic">
          <ac:chgData name="Christian Wagner" userId="faf151f15b89e1a0" providerId="LiveId" clId="{9B2EF151-5D7F-4893-89B0-CEE3BA26D774}" dt="2025-10-18T11:14:16.098" v="107" actId="207"/>
          <ac:graphicFrameMkLst>
            <pc:docMk/>
            <pc:sldMk cId="2933681450" sldId="269"/>
            <ac:graphicFrameMk id="59" creationId="{F597EC02-8261-9F16-16B3-7AE4B490C8B7}"/>
          </ac:graphicFrameMkLst>
        </pc:graphicFrameChg>
        <pc:graphicFrameChg chg="modGraphic">
          <ac:chgData name="Christian Wagner" userId="faf151f15b89e1a0" providerId="LiveId" clId="{9B2EF151-5D7F-4893-89B0-CEE3BA26D774}" dt="2025-10-18T11:12:12.451" v="103" actId="207"/>
          <ac:graphicFrameMkLst>
            <pc:docMk/>
            <pc:sldMk cId="2933681450" sldId="269"/>
            <ac:graphicFrameMk id="60" creationId="{0D06C9FE-E0B5-EDC7-BC51-B44C401585A5}"/>
          </ac:graphicFrameMkLst>
        </pc:graphicFrameChg>
        <pc:graphicFrameChg chg="modGraphic">
          <ac:chgData name="Christian Wagner" userId="faf151f15b89e1a0" providerId="LiveId" clId="{9B2EF151-5D7F-4893-89B0-CEE3BA26D774}" dt="2025-10-18T10:50:00.360" v="64" actId="207"/>
          <ac:graphicFrameMkLst>
            <pc:docMk/>
            <pc:sldMk cId="2933681450" sldId="269"/>
            <ac:graphicFrameMk id="61" creationId="{BC316860-1B59-DCD4-F1C2-B94E12057FF1}"/>
          </ac:graphicFrameMkLst>
        </pc:graphicFrameChg>
        <pc:graphicFrameChg chg="modGraphic">
          <ac:chgData name="Christian Wagner" userId="faf151f15b89e1a0" providerId="LiveId" clId="{9B2EF151-5D7F-4893-89B0-CEE3BA26D774}" dt="2025-10-18T11:26:32.133" v="137" actId="207"/>
          <ac:graphicFrameMkLst>
            <pc:docMk/>
            <pc:sldMk cId="2933681450" sldId="269"/>
            <ac:graphicFrameMk id="64" creationId="{2300FBAF-9366-72BA-BDCC-4F211664C633}"/>
          </ac:graphicFrameMkLst>
        </pc:graphicFrameChg>
        <pc:graphicFrameChg chg="modGraphic">
          <ac:chgData name="Christian Wagner" userId="faf151f15b89e1a0" providerId="LiveId" clId="{9B2EF151-5D7F-4893-89B0-CEE3BA26D774}" dt="2025-10-18T10:54:14.944" v="74" actId="207"/>
          <ac:graphicFrameMkLst>
            <pc:docMk/>
            <pc:sldMk cId="2933681450" sldId="269"/>
            <ac:graphicFrameMk id="68" creationId="{76F2D450-3D56-87F7-52F2-18EE74A9A4C4}"/>
          </ac:graphicFrameMkLst>
        </pc:graphicFrameChg>
        <pc:graphicFrameChg chg="modGraphic">
          <ac:chgData name="Christian Wagner" userId="faf151f15b89e1a0" providerId="LiveId" clId="{9B2EF151-5D7F-4893-89B0-CEE3BA26D774}" dt="2025-10-18T11:16:21.216" v="112" actId="207"/>
          <ac:graphicFrameMkLst>
            <pc:docMk/>
            <pc:sldMk cId="2933681450" sldId="269"/>
            <ac:graphicFrameMk id="71" creationId="{21C77CA5-21B4-070E-6170-E1BC06DBEAB1}"/>
          </ac:graphicFrameMkLst>
        </pc:graphicFrameChg>
        <pc:graphicFrameChg chg="modGraphic">
          <ac:chgData name="Christian Wagner" userId="faf151f15b89e1a0" providerId="LiveId" clId="{9B2EF151-5D7F-4893-89B0-CEE3BA26D774}" dt="2025-10-18T11:02:11.294" v="83" actId="207"/>
          <ac:graphicFrameMkLst>
            <pc:docMk/>
            <pc:sldMk cId="2933681450" sldId="269"/>
            <ac:graphicFrameMk id="72" creationId="{5EFB0328-0694-75C7-6C17-03F619D732D0}"/>
          </ac:graphicFrameMkLst>
        </pc:graphicFrameChg>
        <pc:graphicFrameChg chg="modGraphic">
          <ac:chgData name="Christian Wagner" userId="faf151f15b89e1a0" providerId="LiveId" clId="{9B2EF151-5D7F-4893-89B0-CEE3BA26D774}" dt="2025-10-18T11:08:16.567" v="94" actId="207"/>
          <ac:graphicFrameMkLst>
            <pc:docMk/>
            <pc:sldMk cId="2933681450" sldId="269"/>
            <ac:graphicFrameMk id="74" creationId="{18BE7FCB-082A-7B53-0F33-E8A82F8681EE}"/>
          </ac:graphicFrameMkLst>
        </pc:graphicFrameChg>
        <pc:graphicFrameChg chg="modGraphic">
          <ac:chgData name="Christian Wagner" userId="faf151f15b89e1a0" providerId="LiveId" clId="{9B2EF151-5D7F-4893-89B0-CEE3BA26D774}" dt="2025-10-18T11:22:00.093" v="130" actId="207"/>
          <ac:graphicFrameMkLst>
            <pc:docMk/>
            <pc:sldMk cId="2933681450" sldId="269"/>
            <ac:graphicFrameMk id="75" creationId="{2C86A47F-E4E3-996C-3D57-369CA38D9635}"/>
          </ac:graphicFrameMkLst>
        </pc:graphicFrameChg>
        <pc:graphicFrameChg chg="modGraphic">
          <ac:chgData name="Christian Wagner" userId="faf151f15b89e1a0" providerId="LiveId" clId="{9B2EF151-5D7F-4893-89B0-CEE3BA26D774}" dt="2025-10-18T10:50:09.342" v="65" actId="207"/>
          <ac:graphicFrameMkLst>
            <pc:docMk/>
            <pc:sldMk cId="2933681450" sldId="269"/>
            <ac:graphicFrameMk id="79" creationId="{FAB06181-6C9E-9E32-E661-CA98F76C896F}"/>
          </ac:graphicFrameMkLst>
        </pc:graphicFrameChg>
        <pc:graphicFrameChg chg="modGraphic">
          <ac:chgData name="Christian Wagner" userId="faf151f15b89e1a0" providerId="LiveId" clId="{9B2EF151-5D7F-4893-89B0-CEE3BA26D774}" dt="2025-10-18T11:10:30.879" v="100" actId="207"/>
          <ac:graphicFrameMkLst>
            <pc:docMk/>
            <pc:sldMk cId="2933681450" sldId="269"/>
            <ac:graphicFrameMk id="82" creationId="{5B228C8B-D304-DDD9-0B17-31C386B5F63C}"/>
          </ac:graphicFrameMkLst>
        </pc:graphicFrameChg>
        <pc:graphicFrameChg chg="modGraphic">
          <ac:chgData name="Christian Wagner" userId="faf151f15b89e1a0" providerId="LiveId" clId="{9B2EF151-5D7F-4893-89B0-CEE3BA26D774}" dt="2025-10-18T11:23:20.755" v="133" actId="207"/>
          <ac:graphicFrameMkLst>
            <pc:docMk/>
            <pc:sldMk cId="2933681450" sldId="269"/>
            <ac:graphicFrameMk id="83" creationId="{D2A09C41-8FD3-06DD-F0FE-D4996C81646C}"/>
          </ac:graphicFrameMkLst>
        </pc:graphicFrameChg>
        <pc:graphicFrameChg chg="modGraphic">
          <ac:chgData name="Christian Wagner" userId="faf151f15b89e1a0" providerId="LiveId" clId="{9B2EF151-5D7F-4893-89B0-CEE3BA26D774}" dt="2025-10-18T11:15:37.762" v="108" actId="207"/>
          <ac:graphicFrameMkLst>
            <pc:docMk/>
            <pc:sldMk cId="2933681450" sldId="269"/>
            <ac:graphicFrameMk id="85" creationId="{6C1640BE-FBE5-BCD4-C209-9D7BE85EA545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E144A3-B0E7-4BB4-AD1A-111247DC3EC6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664BB5-5A7C-43E1-B549-45D672B8A7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4014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64BB5-5A7C-43E1-B549-45D672B8A776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6210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EE0D3-DDFC-53C0-810F-F4C93C504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F03C391-9E3A-86E1-5219-A348AD589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D076B64-FB18-20ED-7B76-F70A36629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BF84FC-2CA0-DDCF-A542-2B4AF81CAF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64BB5-5A7C-43E1-B549-45D672B8A776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4617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A6A3A3-108F-DB55-7683-4BBB38164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E804CF7-B3A5-E6F6-6C8A-2681AF9747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69DA1D-5767-EE0D-E503-B732A980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B135-D4B4-4F81-B43A-90118A631E69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2DC4C59-3DFE-4432-75C3-2496F65BA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40E3F2-52A0-401B-1A4F-B9AA7F26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7122-8A70-405C-9F18-755597DBA4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5365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E6086A-EEDE-CD01-76DE-DB06A8147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5488AE-43DB-6268-781B-64731FB73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D6FB58-AB1C-9C4A-F659-796EA8118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B135-D4B4-4F81-B43A-90118A631E69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B64289-1E86-D8F3-7A30-9DBCD94C3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10778F-4BCF-252A-3528-C08B36C9E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7122-8A70-405C-9F18-755597DBA4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5789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7793F7-57C8-A7F1-24A5-B446C4A9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8C87CCD-7687-5F80-6F62-6E91DC024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B1B814-F7F4-BC89-6FD9-ACA74589D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B135-D4B4-4F81-B43A-90118A631E69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7564A4-B253-182E-0A25-CA2B644F5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69BD31-0088-7F31-13FC-856C929FA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7122-8A70-405C-9F18-755597DBA4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4456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1E1CE5-B283-98DB-9601-E22D9B45C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953177-1598-8EA1-6221-E636DFF9FD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5280987-3C6F-0913-D7CE-71C0DAFB7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EB88D0-2489-2BE3-70AB-712ECF519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B135-D4B4-4F81-B43A-90118A631E69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16702F-74A0-C90E-CB3C-E04DFDE7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789B5E2-E61B-41A9-797F-872439CF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7122-8A70-405C-9F18-755597DBA4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643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63B19D-28EE-22B2-BE61-67A2588F3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CCD7DA-47A6-8834-2EAA-0A92F5A05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5071239-6743-D95F-3CCD-A53140942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E0A575A-AE16-58B5-A23B-62AB7F208C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B0B590A-AFAC-C100-6396-C3ABBD5423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5AE6117-63C1-21A6-33F8-463C899C5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B135-D4B4-4F81-B43A-90118A631E69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1547F39-2814-3A32-4E68-E0A274D20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B881A7D-AE31-E625-2262-0B4F1CEF7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7122-8A70-405C-9F18-755597DBA4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6059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C0E6CC-722D-0D93-628C-0D9789412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97F379E-EAEC-C883-4E4C-F2832811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B135-D4B4-4F81-B43A-90118A631E69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697E77E-AA4A-C5FC-85A3-EE2FEE733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F49815-446E-305E-1EFD-26801D816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7122-8A70-405C-9F18-755597DBA4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4537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971FDE-42DD-12AB-2FA7-9C68D6B59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B135-D4B4-4F81-B43A-90118A631E69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3278A67-CFAF-92DA-A153-9B4EAC1C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2E59CC-92EA-7BB8-610A-03935F1BC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7122-8A70-405C-9F18-755597DBA4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9682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510AC7-579C-EE43-16F7-61E679E50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982767-CB7B-54B2-704E-22D2C0258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4C2DB8A-2AE0-C818-705C-D3E9B6193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88ECE8-DA63-5F7F-9156-D0C96F6A4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B135-D4B4-4F81-B43A-90118A631E69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CF5D7E4-3F66-C192-ED3E-21BF8FE3B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88B644E-F0AE-88F1-769B-4115ED30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7122-8A70-405C-9F18-755597DBA4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1402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413DE5-7DCC-2369-B919-B7128ADF7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9CEDFB6-B447-1D8E-FECD-153C898C2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57A4D35-A0ED-FDD1-24C3-28711E69F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5877E3-FA97-2D1F-17B0-9362B5907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B135-D4B4-4F81-B43A-90118A631E69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6651050-C380-A82F-6E6B-5A175EAF1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C11657-865A-603E-B46C-6701157A1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7122-8A70-405C-9F18-755597DBA4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4213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15F83B-71BE-1045-2B0B-0710608DC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656E2B1-1F19-FC46-6158-224018AA9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CC986D-06FE-34A7-4F21-B131AF926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B135-D4B4-4F81-B43A-90118A631E69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012C52-7966-20BB-878A-85C53AE19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BAE8EF-3F6B-CCF2-2D23-9AF9FD3A3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7122-8A70-405C-9F18-755597DBA4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342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61ADDD9-9455-0709-689B-CE893D7077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84972CC-E411-D773-6CB9-087CA5C7C5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6C9BBC-8010-0502-D244-0476AA66C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B135-D4B4-4F81-B43A-90118A631E69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6D3996-42ED-CAB0-13A1-A28FB1DF1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79CB99-4E15-7B39-BEC8-93F8ECF9F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7122-8A70-405C-9F18-755597DBA4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7087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3F1C2D5-51CC-027B-1325-35F7D3DB0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CB4DEFD-C40C-534B-19A4-C79D22045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1E4FC8-17D8-A3DC-E2E3-3F523C2A16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4B135-D4B4-4F81-B43A-90118A631E69}" type="datetimeFigureOut">
              <a:rPr lang="de-DE" smtClean="0"/>
              <a:t>18.10.2025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5C1E0B-1F39-FC82-45EA-AEF02F98CC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4E4AC-C630-28FD-913B-B41D8555C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87122-8A70-405C-9F18-755597DBA4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023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3913F3E-C103-ED4B-1F2C-19BF86FE6538}"/>
              </a:ext>
            </a:extLst>
          </p:cNvPr>
          <p:cNvSpPr txBox="1"/>
          <p:nvPr/>
        </p:nvSpPr>
        <p:spPr>
          <a:xfrm>
            <a:off x="477036" y="905129"/>
            <a:ext cx="180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Physische Wahrnehmung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9CAAFAAC-EC38-7C37-25D3-3470E94B7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283118"/>
              </p:ext>
            </p:extLst>
          </p:nvPr>
        </p:nvGraphicFramePr>
        <p:xfrm>
          <a:off x="6039048" y="2187485"/>
          <a:ext cx="4252097" cy="384048"/>
        </p:xfrm>
        <a:graphic>
          <a:graphicData uri="http://schemas.openxmlformats.org/drawingml/2006/table">
            <a:tbl>
              <a:tblPr firstRow="1" firstCol="1" bandRow="1"/>
              <a:tblGrid>
                <a:gridCol w="415928">
                  <a:extLst>
                    <a:ext uri="{9D8B030D-6E8A-4147-A177-3AD203B41FA5}">
                      <a16:colId xmlns:a16="http://schemas.microsoft.com/office/drawing/2014/main" val="148302408"/>
                    </a:ext>
                  </a:extLst>
                </a:gridCol>
                <a:gridCol w="3836169">
                  <a:extLst>
                    <a:ext uri="{9D8B030D-6E8A-4147-A177-3AD203B41FA5}">
                      <a16:colId xmlns:a16="http://schemas.microsoft.com/office/drawing/2014/main" val="275424619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333844"/>
                  </a:ext>
                </a:extLst>
              </a:tr>
              <a:tr h="184150">
                <a:tc gridSpan="2"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Macht Sicht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Gewährt Nachtsicht, Wärmesicht oder Röntgensicht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525940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BA04FD39-4428-309C-5B5F-537DF60F1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353617"/>
              </p:ext>
            </p:extLst>
          </p:nvPr>
        </p:nvGraphicFramePr>
        <p:xfrm>
          <a:off x="6039048" y="3116792"/>
          <a:ext cx="7633335" cy="384048"/>
        </p:xfrm>
        <a:graphic>
          <a:graphicData uri="http://schemas.openxmlformats.org/drawingml/2006/table">
            <a:tbl>
              <a:tblPr firstRow="1" firstCol="1" bandRow="1"/>
              <a:tblGrid>
                <a:gridCol w="746671">
                  <a:extLst>
                    <a:ext uri="{9D8B030D-6E8A-4147-A177-3AD203B41FA5}">
                      <a16:colId xmlns:a16="http://schemas.microsoft.com/office/drawing/2014/main" val="1828814567"/>
                    </a:ext>
                  </a:extLst>
                </a:gridCol>
                <a:gridCol w="6886664">
                  <a:extLst>
                    <a:ext uri="{9D8B030D-6E8A-4147-A177-3AD203B41FA5}">
                      <a16:colId xmlns:a16="http://schemas.microsoft.com/office/drawing/2014/main" val="437421112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3543770"/>
                  </a:ext>
                </a:extLst>
              </a:tr>
              <a:tr h="184150">
                <a:tc gridSpan="2"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Machtgehör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Nimmt Geräusche über weite Distanzen oder durch Wände wahr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407792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9D13E779-128E-2D1F-F559-B0DFEC57F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959694"/>
              </p:ext>
            </p:extLst>
          </p:nvPr>
        </p:nvGraphicFramePr>
        <p:xfrm>
          <a:off x="6039048" y="3882752"/>
          <a:ext cx="3658446" cy="384048"/>
        </p:xfrm>
        <a:graphic>
          <a:graphicData uri="http://schemas.openxmlformats.org/drawingml/2006/table">
            <a:tbl>
              <a:tblPr firstRow="1" firstCol="1" bandRow="1"/>
              <a:tblGrid>
                <a:gridCol w="295784">
                  <a:extLst>
                    <a:ext uri="{9D8B030D-6E8A-4147-A177-3AD203B41FA5}">
                      <a16:colId xmlns:a16="http://schemas.microsoft.com/office/drawing/2014/main" val="1679162596"/>
                    </a:ext>
                  </a:extLst>
                </a:gridCol>
                <a:gridCol w="634599">
                  <a:extLst>
                    <a:ext uri="{9D8B030D-6E8A-4147-A177-3AD203B41FA5}">
                      <a16:colId xmlns:a16="http://schemas.microsoft.com/office/drawing/2014/main" val="2840284081"/>
                    </a:ext>
                  </a:extLst>
                </a:gridCol>
                <a:gridCol w="2728063">
                  <a:extLst>
                    <a:ext uri="{9D8B030D-6E8A-4147-A177-3AD203B41FA5}">
                      <a16:colId xmlns:a16="http://schemas.microsoft.com/office/drawing/2014/main" val="1361100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202714"/>
                  </a:ext>
                </a:extLst>
              </a:tr>
              <a:tr h="184150">
                <a:tc gridSpan="3"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Machtsinn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Spürt Lebewesen/Emotionen in 15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 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 Umkreis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369438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4F2215A2-99C5-0D6E-93FD-2FBDE3B03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835269"/>
              </p:ext>
            </p:extLst>
          </p:nvPr>
        </p:nvGraphicFramePr>
        <p:xfrm>
          <a:off x="450109" y="2903096"/>
          <a:ext cx="3658445" cy="574612"/>
        </p:xfrm>
        <a:graphic>
          <a:graphicData uri="http://schemas.openxmlformats.org/drawingml/2006/table">
            <a:tbl>
              <a:tblPr firstRow="1" firstCol="1" bandRow="1"/>
              <a:tblGrid>
                <a:gridCol w="295784">
                  <a:extLst>
                    <a:ext uri="{9D8B030D-6E8A-4147-A177-3AD203B41FA5}">
                      <a16:colId xmlns:a16="http://schemas.microsoft.com/office/drawing/2014/main" val="2939226082"/>
                    </a:ext>
                  </a:extLst>
                </a:gridCol>
                <a:gridCol w="634598">
                  <a:extLst>
                    <a:ext uri="{9D8B030D-6E8A-4147-A177-3AD203B41FA5}">
                      <a16:colId xmlns:a16="http://schemas.microsoft.com/office/drawing/2014/main" val="3607975009"/>
                    </a:ext>
                  </a:extLst>
                </a:gridCol>
                <a:gridCol w="2728063">
                  <a:extLst>
                    <a:ext uri="{9D8B030D-6E8A-4147-A177-3AD203B41FA5}">
                      <a16:colId xmlns:a16="http://schemas.microsoft.com/office/drawing/2014/main" val="64986917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657071"/>
                  </a:ext>
                </a:extLst>
              </a:tr>
              <a:tr h="184150">
                <a:tc gridSpan="3"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Shatter</a:t>
                      </a: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Point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Zeigt Schwachstellen in Objekten und Personen (1×/Tag, Vorteil bei gezieltem Angriff)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705471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D6ED45D3-0790-23A5-236E-ECCBD8677505}"/>
              </a:ext>
            </a:extLst>
          </p:cNvPr>
          <p:cNvSpPr txBox="1"/>
          <p:nvPr/>
        </p:nvSpPr>
        <p:spPr>
          <a:xfrm>
            <a:off x="6206435" y="5006634"/>
            <a:ext cx="21050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b="1" kern="0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Wayfinding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Spürt Lebensformen</a:t>
            </a:r>
            <a:endParaRPr lang="de-DE" dirty="0"/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8BC66F62-C07F-09EE-0EEF-59B8B23D1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519453"/>
              </p:ext>
            </p:extLst>
          </p:nvPr>
        </p:nvGraphicFramePr>
        <p:xfrm>
          <a:off x="206944" y="2114004"/>
          <a:ext cx="5063003" cy="424378"/>
        </p:xfrm>
        <a:graphic>
          <a:graphicData uri="http://schemas.openxmlformats.org/drawingml/2006/table">
            <a:tbl>
              <a:tblPr firstRow="1" firstCol="1" bandRow="1"/>
              <a:tblGrid>
                <a:gridCol w="409342">
                  <a:extLst>
                    <a:ext uri="{9D8B030D-6E8A-4147-A177-3AD203B41FA5}">
                      <a16:colId xmlns:a16="http://schemas.microsoft.com/office/drawing/2014/main" val="2207707084"/>
                    </a:ext>
                  </a:extLst>
                </a:gridCol>
                <a:gridCol w="605542">
                  <a:extLst>
                    <a:ext uri="{9D8B030D-6E8A-4147-A177-3AD203B41FA5}">
                      <a16:colId xmlns:a16="http://schemas.microsoft.com/office/drawing/2014/main" val="1551882933"/>
                    </a:ext>
                  </a:extLst>
                </a:gridCol>
                <a:gridCol w="4048119">
                  <a:extLst>
                    <a:ext uri="{9D8B030D-6E8A-4147-A177-3AD203B41FA5}">
                      <a16:colId xmlns:a16="http://schemas.microsoft.com/office/drawing/2014/main" val="1877515953"/>
                    </a:ext>
                  </a:extLst>
                </a:gridCol>
              </a:tblGrid>
              <a:tr h="24111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861622"/>
                  </a:ext>
                </a:extLst>
              </a:tr>
              <a:tr h="104300">
                <a:tc gridSpan="3"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Präkognition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Kurze Blicke in die unmittelbare Zukunft, Vorteil bei Reaktionsproben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198129"/>
                  </a:ext>
                </a:extLst>
              </a:tr>
            </a:tbl>
          </a:graphicData>
        </a:graphic>
      </p:graphicFrame>
      <p:sp>
        <p:nvSpPr>
          <p:cNvPr id="12" name="Textfeld 11">
            <a:extLst>
              <a:ext uri="{FF2B5EF4-FFF2-40B4-BE49-F238E27FC236}">
                <a16:creationId xmlns:a16="http://schemas.microsoft.com/office/drawing/2014/main" id="{86A24DEC-2E55-9E2A-E820-408CF2FC699F}"/>
              </a:ext>
            </a:extLst>
          </p:cNvPr>
          <p:cNvSpPr txBox="1"/>
          <p:nvPr/>
        </p:nvSpPr>
        <p:spPr>
          <a:xfrm>
            <a:off x="282040" y="440124"/>
            <a:ext cx="637704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350" b="1" kern="0" dirty="0">
                <a:solidFill>
                  <a:srgbClr val="000000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🔮</a:t>
            </a:r>
            <a:r>
              <a:rPr lang="de-DE" sz="1350" b="1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Präkognition &amp; Wahrnehmung</a:t>
            </a:r>
            <a:endParaRPr lang="de-DE" dirty="0"/>
          </a:p>
        </p:txBody>
      </p:sp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2A17448E-A0D7-0C75-057E-C1A29E7FA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471124"/>
              </p:ext>
            </p:extLst>
          </p:nvPr>
        </p:nvGraphicFramePr>
        <p:xfrm>
          <a:off x="287067" y="3882752"/>
          <a:ext cx="3821487" cy="384048"/>
        </p:xfrm>
        <a:graphic>
          <a:graphicData uri="http://schemas.openxmlformats.org/drawingml/2006/table">
            <a:tbl>
              <a:tblPr firstRow="1" firstCol="1" bandRow="1"/>
              <a:tblGrid>
                <a:gridCol w="308966">
                  <a:extLst>
                    <a:ext uri="{9D8B030D-6E8A-4147-A177-3AD203B41FA5}">
                      <a16:colId xmlns:a16="http://schemas.microsoft.com/office/drawing/2014/main" val="878709316"/>
                    </a:ext>
                  </a:extLst>
                </a:gridCol>
                <a:gridCol w="662880">
                  <a:extLst>
                    <a:ext uri="{9D8B030D-6E8A-4147-A177-3AD203B41FA5}">
                      <a16:colId xmlns:a16="http://schemas.microsoft.com/office/drawing/2014/main" val="2086649163"/>
                    </a:ext>
                  </a:extLst>
                </a:gridCol>
                <a:gridCol w="2849641">
                  <a:extLst>
                    <a:ext uri="{9D8B030D-6E8A-4147-A177-3AD203B41FA5}">
                      <a16:colId xmlns:a16="http://schemas.microsoft.com/office/drawing/2014/main" val="180072128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51276"/>
                  </a:ext>
                </a:extLst>
              </a:tr>
              <a:tr h="184150">
                <a:tc gridSpan="3"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Mechu-Deru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Kontrolliere und verstehe komplexe Technologie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649209"/>
                  </a:ext>
                </a:extLst>
              </a:tr>
            </a:tbl>
          </a:graphicData>
        </a:graphic>
      </p:graphicFrame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405E4DD3-2DF6-CE1B-5805-DFAFD7ED5590}"/>
              </a:ext>
            </a:extLst>
          </p:cNvPr>
          <p:cNvCxnSpPr/>
          <p:nvPr/>
        </p:nvCxnSpPr>
        <p:spPr>
          <a:xfrm>
            <a:off x="2230783" y="2663687"/>
            <a:ext cx="0" cy="388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8E88163A-1072-BCB9-949E-8089D5802BFB}"/>
              </a:ext>
            </a:extLst>
          </p:cNvPr>
          <p:cNvCxnSpPr/>
          <p:nvPr/>
        </p:nvCxnSpPr>
        <p:spPr>
          <a:xfrm>
            <a:off x="2224157" y="3559355"/>
            <a:ext cx="0" cy="388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AD4B22B8-0490-E2F9-FF23-20B926F9A5FB}"/>
              </a:ext>
            </a:extLst>
          </p:cNvPr>
          <p:cNvCxnSpPr/>
          <p:nvPr/>
        </p:nvCxnSpPr>
        <p:spPr>
          <a:xfrm>
            <a:off x="7502939" y="4432852"/>
            <a:ext cx="0" cy="388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83E5756B-C9B8-9531-A491-57F6D76EB19B}"/>
              </a:ext>
            </a:extLst>
          </p:cNvPr>
          <p:cNvCxnSpPr/>
          <p:nvPr/>
        </p:nvCxnSpPr>
        <p:spPr>
          <a:xfrm>
            <a:off x="7463183" y="3613426"/>
            <a:ext cx="0" cy="388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4BCCABFF-EB94-5375-020A-4A4613C7711B}"/>
              </a:ext>
            </a:extLst>
          </p:cNvPr>
          <p:cNvCxnSpPr/>
          <p:nvPr/>
        </p:nvCxnSpPr>
        <p:spPr>
          <a:xfrm>
            <a:off x="7463183" y="2801672"/>
            <a:ext cx="0" cy="388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012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35271A9B-E57D-F857-0676-6AF7BEA86D24}"/>
              </a:ext>
            </a:extLst>
          </p:cNvPr>
          <p:cNvSpPr txBox="1"/>
          <p:nvPr/>
        </p:nvSpPr>
        <p:spPr>
          <a:xfrm>
            <a:off x="495738" y="1224023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Metha</a:t>
            </a:r>
            <a:r>
              <a:rPr lang="de-DE" dirty="0"/>
              <a:t>-Physische Wahrnehmung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E8FAB301-D07C-51D6-1E6D-DC458B8D9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650189"/>
              </p:ext>
            </p:extLst>
          </p:nvPr>
        </p:nvGraphicFramePr>
        <p:xfrm>
          <a:off x="295922" y="2126408"/>
          <a:ext cx="7633335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7633335">
                  <a:extLst>
                    <a:ext uri="{9D8B030D-6E8A-4147-A177-3AD203B41FA5}">
                      <a16:colId xmlns:a16="http://schemas.microsoft.com/office/drawing/2014/main" val="3264285578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Machtvisionen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Einblicke in Vergangenheit, Gegenwart oder mögliche Zukünfte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635520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8200F758-44D2-02D2-321B-290252484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992687"/>
              </p:ext>
            </p:extLst>
          </p:nvPr>
        </p:nvGraphicFramePr>
        <p:xfrm>
          <a:off x="295923" y="2691661"/>
          <a:ext cx="7633335" cy="384048"/>
        </p:xfrm>
        <a:graphic>
          <a:graphicData uri="http://schemas.openxmlformats.org/drawingml/2006/table">
            <a:tbl>
              <a:tblPr firstRow="1" firstCol="1" bandRow="1"/>
              <a:tblGrid>
                <a:gridCol w="1440556">
                  <a:extLst>
                    <a:ext uri="{9D8B030D-6E8A-4147-A177-3AD203B41FA5}">
                      <a16:colId xmlns:a16="http://schemas.microsoft.com/office/drawing/2014/main" val="475901794"/>
                    </a:ext>
                  </a:extLst>
                </a:gridCol>
                <a:gridCol w="6192779">
                  <a:extLst>
                    <a:ext uri="{9D8B030D-6E8A-4147-A177-3AD203B41FA5}">
                      <a16:colId xmlns:a16="http://schemas.microsoft.com/office/drawing/2014/main" val="3595798479"/>
                    </a:ext>
                  </a:extLst>
                </a:gridCol>
              </a:tblGrid>
              <a:tr h="184150">
                <a:tc gridSpan="2"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Psychometrie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Informationen über Orte/Objekte per Berührung, 1×/Tag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5649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691109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ABE03EFC-9F63-CF86-3F98-7350503B8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737821"/>
              </p:ext>
            </p:extLst>
          </p:nvPr>
        </p:nvGraphicFramePr>
        <p:xfrm>
          <a:off x="295923" y="3245739"/>
          <a:ext cx="7633335" cy="183261"/>
        </p:xfrm>
        <a:graphic>
          <a:graphicData uri="http://schemas.openxmlformats.org/drawingml/2006/table">
            <a:tbl>
              <a:tblPr firstRow="1" firstCol="1" bandRow="1"/>
              <a:tblGrid>
                <a:gridCol w="7633335">
                  <a:extLst>
                    <a:ext uri="{9D8B030D-6E8A-4147-A177-3AD203B41FA5}">
                      <a16:colId xmlns:a16="http://schemas.microsoft.com/office/drawing/2014/main" val="651973601"/>
                    </a:ext>
                  </a:extLst>
                </a:gridCol>
              </a:tblGrid>
              <a:tr h="168581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Flow Walking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Zeitreisen als Beobachter – keine physische Interaktion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845884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AC8DCAA4-8295-0C17-3127-638F4CE3BE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775875"/>
              </p:ext>
            </p:extLst>
          </p:nvPr>
        </p:nvGraphicFramePr>
        <p:xfrm>
          <a:off x="664288" y="266927"/>
          <a:ext cx="7633335" cy="761175"/>
        </p:xfrm>
        <a:graphic>
          <a:graphicData uri="http://schemas.openxmlformats.org/drawingml/2006/table">
            <a:tbl>
              <a:tblPr firstRow="1" firstCol="1" bandRow="1"/>
              <a:tblGrid>
                <a:gridCol w="617152">
                  <a:extLst>
                    <a:ext uri="{9D8B030D-6E8A-4147-A177-3AD203B41FA5}">
                      <a16:colId xmlns:a16="http://schemas.microsoft.com/office/drawing/2014/main" val="1588466218"/>
                    </a:ext>
                  </a:extLst>
                </a:gridCol>
                <a:gridCol w="1324088">
                  <a:extLst>
                    <a:ext uri="{9D8B030D-6E8A-4147-A177-3AD203B41FA5}">
                      <a16:colId xmlns:a16="http://schemas.microsoft.com/office/drawing/2014/main" val="1834832063"/>
                    </a:ext>
                  </a:extLst>
                </a:gridCol>
                <a:gridCol w="5692095">
                  <a:extLst>
                    <a:ext uri="{9D8B030D-6E8A-4147-A177-3AD203B41FA5}">
                      <a16:colId xmlns:a16="http://schemas.microsoft.com/office/drawing/2014/main" val="1611288763"/>
                    </a:ext>
                  </a:extLst>
                </a:gridCol>
              </a:tblGrid>
              <a:tr h="222250">
                <a:tc gridSpan="3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350" b="1" kern="0">
                          <a:solidFill>
                            <a:srgbClr val="000000"/>
                          </a:solidFill>
                          <a:effectLst/>
                          <a:latin typeface="Segoe UI Emoji" panose="020B0502040204020203" pitchFamily="34" charset="0"/>
                          <a:ea typeface="Times New Roman" panose="02020603050405020304" pitchFamily="18" charset="0"/>
                          <a:cs typeface="Segoe UI Emoji" panose="020B0502040204020203" pitchFamily="34" charset="0"/>
                        </a:rPr>
                        <a:t> </a:t>
                      </a:r>
                      <a:endParaRPr lang="de-DE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350" b="1" kern="0">
                          <a:solidFill>
                            <a:srgbClr val="000000"/>
                          </a:solidFill>
                          <a:effectLst/>
                          <a:latin typeface="Segoe UI Emoji" panose="020B0502040204020203" pitchFamily="34" charset="0"/>
                          <a:ea typeface="Times New Roman" panose="02020603050405020304" pitchFamily="18" charset="0"/>
                          <a:cs typeface="Segoe UI Emoji" panose="020B0502040204020203" pitchFamily="34" charset="0"/>
                        </a:rPr>
                        <a:t>🔮</a:t>
                      </a:r>
                      <a:r>
                        <a:rPr lang="de-DE" sz="1350" b="1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Präkognition &amp; Wahrnehmung</a:t>
                      </a:r>
                      <a:endParaRPr lang="de-DE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20144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359075"/>
                  </a:ext>
                </a:extLst>
              </a:tr>
            </a:tbl>
          </a:graphicData>
        </a:graphic>
      </p:graphicFrame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DDB28F16-04D7-1A49-F29F-C43360EC3019}"/>
              </a:ext>
            </a:extLst>
          </p:cNvPr>
          <p:cNvCxnSpPr/>
          <p:nvPr/>
        </p:nvCxnSpPr>
        <p:spPr>
          <a:xfrm>
            <a:off x="2217531" y="2310558"/>
            <a:ext cx="0" cy="388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DD66F6B9-55BC-FFAB-FB7A-0640B3AA5DB2}"/>
              </a:ext>
            </a:extLst>
          </p:cNvPr>
          <p:cNvCxnSpPr/>
          <p:nvPr/>
        </p:nvCxnSpPr>
        <p:spPr>
          <a:xfrm>
            <a:off x="2217531" y="2914474"/>
            <a:ext cx="0" cy="388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9511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C2A6D97-7448-F787-2CB4-F0DB72D90912}"/>
              </a:ext>
            </a:extLst>
          </p:cNvPr>
          <p:cNvSpPr txBox="1"/>
          <p:nvPr/>
        </p:nvSpPr>
        <p:spPr>
          <a:xfrm>
            <a:off x="462407" y="971307"/>
            <a:ext cx="3990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Kommunikation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3837D343-F529-9E03-3D32-C19164D6A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039276"/>
              </p:ext>
            </p:extLst>
          </p:nvPr>
        </p:nvGraphicFramePr>
        <p:xfrm>
          <a:off x="0" y="3311250"/>
          <a:ext cx="7633335" cy="183261"/>
        </p:xfrm>
        <a:graphic>
          <a:graphicData uri="http://schemas.openxmlformats.org/drawingml/2006/table">
            <a:tbl>
              <a:tblPr firstRow="1" firstCol="1" bandRow="1"/>
              <a:tblGrid>
                <a:gridCol w="7633335">
                  <a:extLst>
                    <a:ext uri="{9D8B030D-6E8A-4147-A177-3AD203B41FA5}">
                      <a16:colId xmlns:a16="http://schemas.microsoft.com/office/drawing/2014/main" val="29929110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Machtverbindung / Force Bond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Mentale Kommunikation &amp; Emotionsteilung zwischen zwei Nutzern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4840851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BF08EE46-0336-24A9-B19C-1592CC6BB372}"/>
              </a:ext>
            </a:extLst>
          </p:cNvPr>
          <p:cNvSpPr txBox="1"/>
          <p:nvPr/>
        </p:nvSpPr>
        <p:spPr>
          <a:xfrm>
            <a:off x="176151" y="4293132"/>
            <a:ext cx="60979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b="1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Gedankenmanipulation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Ziel folgt einfachem Befehl, RW Wille</a:t>
            </a:r>
            <a:endParaRPr lang="de-DE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E84BB84A-0198-1DDD-DD40-7369D5399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971421"/>
              </p:ext>
            </p:extLst>
          </p:nvPr>
        </p:nvGraphicFramePr>
        <p:xfrm>
          <a:off x="37165" y="3665551"/>
          <a:ext cx="4703593" cy="183261"/>
        </p:xfrm>
        <a:graphic>
          <a:graphicData uri="http://schemas.openxmlformats.org/drawingml/2006/table">
            <a:tbl>
              <a:tblPr firstRow="1" firstCol="1" bandRow="1"/>
              <a:tblGrid>
                <a:gridCol w="4703593">
                  <a:extLst>
                    <a:ext uri="{9D8B030D-6E8A-4147-A177-3AD203B41FA5}">
                      <a16:colId xmlns:a16="http://schemas.microsoft.com/office/drawing/2014/main" val="1968582767"/>
                    </a:ext>
                  </a:extLst>
                </a:gridCol>
              </a:tblGrid>
              <a:tr h="130161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Machtgeblitztdings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Ziel vergisst letzten Zeitraum (1–5 Minuten), RW Intelligenz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592784"/>
                  </a:ext>
                </a:extLst>
              </a:tr>
            </a:tbl>
          </a:graphicData>
        </a:graphic>
      </p:graphicFrame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5038C1AB-B298-CAA0-EC52-E54D4BF4C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15538"/>
              </p:ext>
            </p:extLst>
          </p:nvPr>
        </p:nvGraphicFramePr>
        <p:xfrm>
          <a:off x="-48000" y="4653207"/>
          <a:ext cx="7633335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7633335">
                  <a:extLst>
                    <a:ext uri="{9D8B030D-6E8A-4147-A177-3AD203B41FA5}">
                      <a16:colId xmlns:a16="http://schemas.microsoft.com/office/drawing/2014/main" val="1551034090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Mind</a:t>
                      </a: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Domination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Absolute Kontrolle über Ziel, RW Willenskraft jede Runde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320885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402065FC-B1D2-E16E-CC8D-203517392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094946"/>
              </p:ext>
            </p:extLst>
          </p:nvPr>
        </p:nvGraphicFramePr>
        <p:xfrm>
          <a:off x="0" y="3820493"/>
          <a:ext cx="7633335" cy="490384"/>
        </p:xfrm>
        <a:graphic>
          <a:graphicData uri="http://schemas.openxmlformats.org/drawingml/2006/table">
            <a:tbl>
              <a:tblPr firstRow="1" firstCol="1" bandRow="1"/>
              <a:tblGrid>
                <a:gridCol w="617152">
                  <a:extLst>
                    <a:ext uri="{9D8B030D-6E8A-4147-A177-3AD203B41FA5}">
                      <a16:colId xmlns:a16="http://schemas.microsoft.com/office/drawing/2014/main" val="736674981"/>
                    </a:ext>
                  </a:extLst>
                </a:gridCol>
                <a:gridCol w="1324088">
                  <a:extLst>
                    <a:ext uri="{9D8B030D-6E8A-4147-A177-3AD203B41FA5}">
                      <a16:colId xmlns:a16="http://schemas.microsoft.com/office/drawing/2014/main" val="1547215383"/>
                    </a:ext>
                  </a:extLst>
                </a:gridCol>
                <a:gridCol w="5692095">
                  <a:extLst>
                    <a:ext uri="{9D8B030D-6E8A-4147-A177-3AD203B41FA5}">
                      <a16:colId xmlns:a16="http://schemas.microsoft.com/office/drawing/2014/main" val="2233625375"/>
                    </a:ext>
                  </a:extLst>
                </a:gridCol>
              </a:tblGrid>
              <a:tr h="30623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662387"/>
                  </a:ext>
                </a:extLst>
              </a:tr>
              <a:tr h="184150">
                <a:tc gridSpan="3"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Dreamwalking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Betritt Träume eines Bewusstlosen, kann Informationen erlangen oder beruhigend wirken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75967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86D37162-4585-C783-B0D2-AB279FE23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563557"/>
              </p:ext>
            </p:extLst>
          </p:nvPr>
        </p:nvGraphicFramePr>
        <p:xfrm>
          <a:off x="0" y="2417070"/>
          <a:ext cx="4351698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4351698">
                  <a:extLst>
                    <a:ext uri="{9D8B030D-6E8A-4147-A177-3AD203B41FA5}">
                      <a16:colId xmlns:a16="http://schemas.microsoft.com/office/drawing/2014/main" val="4055991900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</a:t>
                      </a:r>
                      <a:r>
                        <a:rPr lang="de-DE" sz="1100" b="1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Empathy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Spüre und manipuliere Gefühle anderer in 6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 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 Umgebung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05727"/>
                  </a:ext>
                </a:extLst>
              </a:tr>
            </a:tbl>
          </a:graphicData>
        </a:graphic>
      </p:graphicFrame>
      <p:sp>
        <p:nvSpPr>
          <p:cNvPr id="12" name="Textfeld 11">
            <a:extLst>
              <a:ext uri="{FF2B5EF4-FFF2-40B4-BE49-F238E27FC236}">
                <a16:creationId xmlns:a16="http://schemas.microsoft.com/office/drawing/2014/main" id="{2ADC361F-041E-3492-1C80-483CB3990621}"/>
              </a:ext>
            </a:extLst>
          </p:cNvPr>
          <p:cNvSpPr txBox="1"/>
          <p:nvPr/>
        </p:nvSpPr>
        <p:spPr>
          <a:xfrm>
            <a:off x="97447" y="2754635"/>
            <a:ext cx="60979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b="1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Kampfmeditation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Gruppe erhält +1 auf RW &amp; Initiative (Konzentration)</a:t>
            </a:r>
            <a:endParaRPr lang="de-DE" dirty="0"/>
          </a:p>
        </p:txBody>
      </p:sp>
      <p:graphicFrame>
        <p:nvGraphicFramePr>
          <p:cNvPr id="15" name="Tabelle 14">
            <a:extLst>
              <a:ext uri="{FF2B5EF4-FFF2-40B4-BE49-F238E27FC236}">
                <a16:creationId xmlns:a16="http://schemas.microsoft.com/office/drawing/2014/main" id="{60F45D1E-4761-4C67-686C-739AB559CF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253823"/>
              </p:ext>
            </p:extLst>
          </p:nvPr>
        </p:nvGraphicFramePr>
        <p:xfrm>
          <a:off x="6464530" y="4302440"/>
          <a:ext cx="7633335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7633335">
                  <a:extLst>
                    <a:ext uri="{9D8B030D-6E8A-4147-A177-3AD203B41FA5}">
                      <a16:colId xmlns:a16="http://schemas.microsoft.com/office/drawing/2014/main" val="1447428320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Beast Control: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Zähmung von Tieren und andern Wesen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487205"/>
                  </a:ext>
                </a:extLst>
              </a:tr>
            </a:tbl>
          </a:graphicData>
        </a:graphic>
      </p:graphicFrame>
      <p:sp>
        <p:nvSpPr>
          <p:cNvPr id="17" name="Textfeld 16">
            <a:extLst>
              <a:ext uri="{FF2B5EF4-FFF2-40B4-BE49-F238E27FC236}">
                <a16:creationId xmlns:a16="http://schemas.microsoft.com/office/drawing/2014/main" id="{3EEC9D87-7409-9F5B-519A-91C2610E1115}"/>
              </a:ext>
            </a:extLst>
          </p:cNvPr>
          <p:cNvSpPr txBox="1"/>
          <p:nvPr/>
        </p:nvSpPr>
        <p:spPr>
          <a:xfrm>
            <a:off x="176151" y="396313"/>
            <a:ext cx="609797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350" b="1" kern="0" dirty="0">
                <a:solidFill>
                  <a:srgbClr val="000000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🧠</a:t>
            </a:r>
            <a:r>
              <a:rPr lang="de-DE" sz="1350" b="1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Telepathie &amp; Mentale Kontrolle</a:t>
            </a:r>
            <a:endParaRPr lang="de-DE" dirty="0"/>
          </a:p>
        </p:txBody>
      </p:sp>
      <p:graphicFrame>
        <p:nvGraphicFramePr>
          <p:cNvPr id="18" name="Tabelle 17">
            <a:extLst>
              <a:ext uri="{FF2B5EF4-FFF2-40B4-BE49-F238E27FC236}">
                <a16:creationId xmlns:a16="http://schemas.microsoft.com/office/drawing/2014/main" id="{102315E7-5B22-28BE-4C49-BEEF44A25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07263"/>
              </p:ext>
            </p:extLst>
          </p:nvPr>
        </p:nvGraphicFramePr>
        <p:xfrm>
          <a:off x="176151" y="5194737"/>
          <a:ext cx="7633335" cy="384048"/>
        </p:xfrm>
        <a:graphic>
          <a:graphicData uri="http://schemas.openxmlformats.org/drawingml/2006/table">
            <a:tbl>
              <a:tblPr firstRow="1" firstCol="1" bandRow="1"/>
              <a:tblGrid>
                <a:gridCol w="746671">
                  <a:extLst>
                    <a:ext uri="{9D8B030D-6E8A-4147-A177-3AD203B41FA5}">
                      <a16:colId xmlns:a16="http://schemas.microsoft.com/office/drawing/2014/main" val="2305895176"/>
                    </a:ext>
                  </a:extLst>
                </a:gridCol>
                <a:gridCol w="6886664">
                  <a:extLst>
                    <a:ext uri="{9D8B030D-6E8A-4147-A177-3AD203B41FA5}">
                      <a16:colId xmlns:a16="http://schemas.microsoft.com/office/drawing/2014/main" val="261844667"/>
                    </a:ext>
                  </a:extLst>
                </a:gridCol>
              </a:tblGrid>
              <a:tr h="184150">
                <a:tc gridSpan="2"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EE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Melt</a:t>
                      </a:r>
                      <a:r>
                        <a:rPr lang="de-DE" sz="1100" kern="0" dirty="0">
                          <a:solidFill>
                            <a:srgbClr val="EE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Machtenergie mehrerer Nutzer kann gebündelt werden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1183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559344"/>
                  </a:ext>
                </a:extLst>
              </a:tr>
            </a:tbl>
          </a:graphicData>
        </a:graphic>
      </p:graphicFrame>
      <p:graphicFrame>
        <p:nvGraphicFramePr>
          <p:cNvPr id="19" name="Tabelle 18">
            <a:extLst>
              <a:ext uri="{FF2B5EF4-FFF2-40B4-BE49-F238E27FC236}">
                <a16:creationId xmlns:a16="http://schemas.microsoft.com/office/drawing/2014/main" id="{0091C326-3A4D-A556-1082-3C7745305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097149"/>
              </p:ext>
            </p:extLst>
          </p:nvPr>
        </p:nvGraphicFramePr>
        <p:xfrm>
          <a:off x="176151" y="5402841"/>
          <a:ext cx="7633335" cy="384048"/>
        </p:xfrm>
        <a:graphic>
          <a:graphicData uri="http://schemas.openxmlformats.org/drawingml/2006/table">
            <a:tbl>
              <a:tblPr firstRow="1" firstCol="1" bandRow="1"/>
              <a:tblGrid>
                <a:gridCol w="617152">
                  <a:extLst>
                    <a:ext uri="{9D8B030D-6E8A-4147-A177-3AD203B41FA5}">
                      <a16:colId xmlns:a16="http://schemas.microsoft.com/office/drawing/2014/main" val="1903856457"/>
                    </a:ext>
                  </a:extLst>
                </a:gridCol>
                <a:gridCol w="1324088">
                  <a:extLst>
                    <a:ext uri="{9D8B030D-6E8A-4147-A177-3AD203B41FA5}">
                      <a16:colId xmlns:a16="http://schemas.microsoft.com/office/drawing/2014/main" val="406478825"/>
                    </a:ext>
                  </a:extLst>
                </a:gridCol>
                <a:gridCol w="5692095">
                  <a:extLst>
                    <a:ext uri="{9D8B030D-6E8A-4147-A177-3AD203B41FA5}">
                      <a16:colId xmlns:a16="http://schemas.microsoft.com/office/drawing/2014/main" val="66533464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169888"/>
                  </a:ext>
                </a:extLst>
              </a:tr>
              <a:tr h="184150">
                <a:tc gridSpan="3"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EE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Alignment</a:t>
                      </a:r>
                      <a:r>
                        <a:rPr lang="de-DE" sz="1100" kern="0" dirty="0">
                          <a:solidFill>
                            <a:srgbClr val="EE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Eins mit der Macht – Realität beeinflussen, Planeten versetzen (1× pro Spiel)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457574"/>
                  </a:ext>
                </a:extLst>
              </a:tr>
            </a:tbl>
          </a:graphicData>
        </a:graphic>
      </p:graphicFrame>
      <p:sp>
        <p:nvSpPr>
          <p:cNvPr id="21" name="Textfeld 20">
            <a:extLst>
              <a:ext uri="{FF2B5EF4-FFF2-40B4-BE49-F238E27FC236}">
                <a16:creationId xmlns:a16="http://schemas.microsoft.com/office/drawing/2014/main" id="{357D54E8-64B8-1180-CF0C-E3124755BB9A}"/>
              </a:ext>
            </a:extLst>
          </p:cNvPr>
          <p:cNvSpPr txBox="1"/>
          <p:nvPr/>
        </p:nvSpPr>
        <p:spPr>
          <a:xfrm>
            <a:off x="6539592" y="5167984"/>
            <a:ext cx="60973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b="1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Sever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Unterbricht Machtverbindung eines Ziels temporär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0384A4C-0544-2196-A944-1E51F1DDA8FB}"/>
              </a:ext>
            </a:extLst>
          </p:cNvPr>
          <p:cNvSpPr txBox="1"/>
          <p:nvPr/>
        </p:nvSpPr>
        <p:spPr>
          <a:xfrm>
            <a:off x="4834393" y="1356183"/>
            <a:ext cx="566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test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2490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6B443B40-D53C-5CF7-C508-99ECE8405380}"/>
              </a:ext>
            </a:extLst>
          </p:cNvPr>
          <p:cNvSpPr txBox="1"/>
          <p:nvPr/>
        </p:nvSpPr>
        <p:spPr>
          <a:xfrm>
            <a:off x="258289" y="314097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35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✋ Telekinese &amp; Bewegung</a:t>
            </a:r>
            <a:r>
              <a:rPr lang="de-DE" dirty="0"/>
              <a:t> 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BC34D58-6765-79CE-672F-E8866B4A41B7}"/>
              </a:ext>
            </a:extLst>
          </p:cNvPr>
          <p:cNvSpPr txBox="1"/>
          <p:nvPr/>
        </p:nvSpPr>
        <p:spPr>
          <a:xfrm>
            <a:off x="456538" y="785440"/>
            <a:ext cx="2879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Telekinese</a:t>
            </a: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EEF4C2C5-9C8D-F672-C2EE-8F81EFDA82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567913"/>
              </p:ext>
            </p:extLst>
          </p:nvPr>
        </p:nvGraphicFramePr>
        <p:xfrm>
          <a:off x="199521" y="1756921"/>
          <a:ext cx="3245377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3245377">
                  <a:extLst>
                    <a:ext uri="{9D8B030D-6E8A-4147-A177-3AD203B41FA5}">
                      <a16:colId xmlns:a16="http://schemas.microsoft.com/office/drawing/2014/main" val="77903084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Machtschub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Stoßt Gegner/Objekte bis zu 6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 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 zur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Aptos Narrow" panose="020B0004020202020204" pitchFamily="34" charset="0"/>
                        </a:rPr>
                        <a:t>ü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ck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432688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82C156AD-B720-BEDC-5F09-9DE8BE48DF94}"/>
              </a:ext>
            </a:extLst>
          </p:cNvPr>
          <p:cNvSpPr txBox="1"/>
          <p:nvPr/>
        </p:nvSpPr>
        <p:spPr>
          <a:xfrm>
            <a:off x="5278792" y="1626116"/>
            <a:ext cx="35289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b="1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Machtwürgen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Erstickt Ziel (1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 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W6/Runde), RW Konstitution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4F0639E-C240-F5BD-4539-2CD3D498C5C5}"/>
              </a:ext>
            </a:extLst>
          </p:cNvPr>
          <p:cNvSpPr txBox="1"/>
          <p:nvPr/>
        </p:nvSpPr>
        <p:spPr>
          <a:xfrm>
            <a:off x="287561" y="2683522"/>
            <a:ext cx="49912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b="1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Machtbarriere / Force Shield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RK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 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+2, absorbiert eine Schadensquelle (Konzentration)</a:t>
            </a:r>
            <a:endParaRPr lang="de-DE" dirty="0"/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C093B937-4408-A8BF-BE8A-061A766D9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692020"/>
              </p:ext>
            </p:extLst>
          </p:nvPr>
        </p:nvGraphicFramePr>
        <p:xfrm>
          <a:off x="5278793" y="2646263"/>
          <a:ext cx="4744212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4744212">
                  <a:extLst>
                    <a:ext uri="{9D8B030D-6E8A-4147-A177-3AD203B41FA5}">
                      <a16:colId xmlns:a16="http://schemas.microsoft.com/office/drawing/2014/main" val="202398686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</a:t>
                      </a:r>
                      <a:r>
                        <a:rPr lang="de-DE" sz="1100" b="1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Crush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Ziel erleidet 3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 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W6 Schaden, immobilisiert (RW Konstitution halbiert)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938148"/>
                  </a:ext>
                </a:extLst>
              </a:tr>
            </a:tbl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57E40016-8CAD-EBBB-2C0C-BC5F23773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249768"/>
              </p:ext>
            </p:extLst>
          </p:nvPr>
        </p:nvGraphicFramePr>
        <p:xfrm>
          <a:off x="199522" y="2242347"/>
          <a:ext cx="3393186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3393186">
                  <a:extLst>
                    <a:ext uri="{9D8B030D-6E8A-4147-A177-3AD203B41FA5}">
                      <a16:colId xmlns:a16="http://schemas.microsoft.com/office/drawing/2014/main" val="164511365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Orb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Atemblase unter Wasser für bis zu 10 Minuten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013851"/>
                  </a:ext>
                </a:extLst>
              </a:tr>
            </a:tbl>
          </a:graphicData>
        </a:graphic>
      </p:graphicFrame>
      <p:sp>
        <p:nvSpPr>
          <p:cNvPr id="13" name="Textfeld 12">
            <a:extLst>
              <a:ext uri="{FF2B5EF4-FFF2-40B4-BE49-F238E27FC236}">
                <a16:creationId xmlns:a16="http://schemas.microsoft.com/office/drawing/2014/main" id="{7D07AE9B-BF12-3D84-3C69-4D559D1F1C49}"/>
              </a:ext>
            </a:extLst>
          </p:cNvPr>
          <p:cNvSpPr txBox="1"/>
          <p:nvPr/>
        </p:nvSpPr>
        <p:spPr>
          <a:xfrm>
            <a:off x="5278792" y="2125336"/>
            <a:ext cx="38711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b="1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Machtstasis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Ziel ist 1 Runde bewegungsunfähig (RW Konstitution)</a:t>
            </a:r>
            <a:endParaRPr lang="de-DE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4EE2D4C-121C-B203-7C0F-C1CAB97C5AC5}"/>
              </a:ext>
            </a:extLst>
          </p:cNvPr>
          <p:cNvSpPr txBox="1"/>
          <p:nvPr/>
        </p:nvSpPr>
        <p:spPr>
          <a:xfrm>
            <a:off x="2191027" y="1108496"/>
            <a:ext cx="4806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="1" kern="0" dirty="0">
                <a:solidFill>
                  <a:srgbClr val="000000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Telekinese:</a:t>
            </a:r>
            <a:r>
              <a:rPr lang="de-DE" dirty="0"/>
              <a:t> </a:t>
            </a:r>
            <a:r>
              <a:rPr lang="de-DE" sz="1100" kern="0" dirty="0">
                <a:solidFill>
                  <a:srgbClr val="000000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Hebe mit der Macht Personen oder </a:t>
            </a:r>
            <a:r>
              <a:rPr lang="de-DE" sz="1100" kern="0" dirty="0" err="1">
                <a:solidFill>
                  <a:srgbClr val="000000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gegenstände</a:t>
            </a:r>
            <a:r>
              <a:rPr lang="de-DE" sz="1100" kern="0" dirty="0">
                <a:solidFill>
                  <a:srgbClr val="000000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 hoch und bewege sie</a:t>
            </a:r>
          </a:p>
        </p:txBody>
      </p:sp>
    </p:spTree>
    <p:extLst>
      <p:ext uri="{BB962C8B-B14F-4D97-AF65-F5344CB8AC3E}">
        <p14:creationId xmlns:p14="http://schemas.microsoft.com/office/powerpoint/2010/main" val="2750837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31EB9-2120-9C4D-B33F-CFBE00C6B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EECF19F1-31E8-B91B-395C-D7F6C2113447}"/>
              </a:ext>
            </a:extLst>
          </p:cNvPr>
          <p:cNvSpPr txBox="1"/>
          <p:nvPr/>
        </p:nvSpPr>
        <p:spPr>
          <a:xfrm>
            <a:off x="258289" y="314097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35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✋ Telekinese &amp; Bewegung</a:t>
            </a:r>
            <a:r>
              <a:rPr lang="de-DE" dirty="0"/>
              <a:t>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2F913A6-5139-1CBC-DA98-D011E0BA20D7}"/>
              </a:ext>
            </a:extLst>
          </p:cNvPr>
          <p:cNvSpPr txBox="1"/>
          <p:nvPr/>
        </p:nvSpPr>
        <p:spPr>
          <a:xfrm>
            <a:off x="384285" y="855858"/>
            <a:ext cx="11824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13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Bewegung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lang="de-DE" dirty="0"/>
          </a:p>
        </p:txBody>
      </p:sp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B7A47796-BBB1-B795-A121-D9E0C137C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176315"/>
              </p:ext>
            </p:extLst>
          </p:nvPr>
        </p:nvGraphicFramePr>
        <p:xfrm>
          <a:off x="5483752" y="2534116"/>
          <a:ext cx="3436132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3436132">
                  <a:extLst>
                    <a:ext uri="{9D8B030D-6E8A-4147-A177-3AD203B41FA5}">
                      <a16:colId xmlns:a16="http://schemas.microsoft.com/office/drawing/2014/main" val="285438131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Teleportation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Versetze dich über kurze Distanz (6–12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 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m)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162534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1662D1F8-6FE3-5504-0ACE-E2376C95F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309858"/>
              </p:ext>
            </p:extLst>
          </p:nvPr>
        </p:nvGraphicFramePr>
        <p:xfrm>
          <a:off x="6619003" y="2910523"/>
          <a:ext cx="3740266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3740266">
                  <a:extLst>
                    <a:ext uri="{9D8B030D-6E8A-4147-A177-3AD203B41FA5}">
                      <a16:colId xmlns:a16="http://schemas.microsoft.com/office/drawing/2014/main" val="76718156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Travel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Öffnet ein Wurmloch zu bekanntem Ort (1×/Tag)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86517"/>
                  </a:ext>
                </a:extLst>
              </a:tr>
            </a:tbl>
          </a:graphicData>
        </a:graphic>
      </p:graphicFrame>
      <p:sp>
        <p:nvSpPr>
          <p:cNvPr id="14" name="Textfeld 13">
            <a:extLst>
              <a:ext uri="{FF2B5EF4-FFF2-40B4-BE49-F238E27FC236}">
                <a16:creationId xmlns:a16="http://schemas.microsoft.com/office/drawing/2014/main" id="{3A709FAC-EA5B-42A2-5495-6338D8F452F4}"/>
              </a:ext>
            </a:extLst>
          </p:cNvPr>
          <p:cNvSpPr txBox="1"/>
          <p:nvPr/>
        </p:nvSpPr>
        <p:spPr>
          <a:xfrm>
            <a:off x="9149269" y="2495386"/>
            <a:ext cx="30922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b="1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Gehe durch bis zu 2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 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 dicke W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Aptos Narrow" panose="020B0004020202020204" pitchFamily="34" charset="0"/>
              </a:rPr>
              <a:t>ä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nde (1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Aptos Narrow" panose="020B0004020202020204" pitchFamily="34" charset="0"/>
              </a:rPr>
              <a:t>×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/Tag)</a:t>
            </a:r>
            <a:endParaRPr lang="de-DE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A2162CE-C99A-CCF7-8C5B-3B1109DC3C90}"/>
              </a:ext>
            </a:extLst>
          </p:cNvPr>
          <p:cNvSpPr txBox="1"/>
          <p:nvPr/>
        </p:nvSpPr>
        <p:spPr>
          <a:xfrm>
            <a:off x="258289" y="2648913"/>
            <a:ext cx="60973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b="1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Flight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Schwebe- oder Flugzustand für bis zu 1 Minute (Konzentration)</a:t>
            </a:r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263B131-D076-3BA8-A473-DE5F987F37EF}"/>
              </a:ext>
            </a:extLst>
          </p:cNvPr>
          <p:cNvSpPr txBox="1"/>
          <p:nvPr/>
        </p:nvSpPr>
        <p:spPr>
          <a:xfrm>
            <a:off x="258289" y="2000446"/>
            <a:ext cx="60973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b="1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Machtsprung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Verdreifacht Sprunghöhe und -weite</a:t>
            </a:r>
            <a:endParaRPr lang="de-DE" dirty="0"/>
          </a:p>
        </p:txBody>
      </p:sp>
      <p:graphicFrame>
        <p:nvGraphicFramePr>
          <p:cNvPr id="19" name="Tabelle 18">
            <a:extLst>
              <a:ext uri="{FF2B5EF4-FFF2-40B4-BE49-F238E27FC236}">
                <a16:creationId xmlns:a16="http://schemas.microsoft.com/office/drawing/2014/main" id="{73C00716-42B8-5202-6878-4ED4306E8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328945"/>
              </p:ext>
            </p:extLst>
          </p:nvPr>
        </p:nvGraphicFramePr>
        <p:xfrm>
          <a:off x="177726" y="1562690"/>
          <a:ext cx="7633335" cy="384048"/>
        </p:xfrm>
        <a:graphic>
          <a:graphicData uri="http://schemas.openxmlformats.org/drawingml/2006/table">
            <a:tbl>
              <a:tblPr firstRow="1" firstCol="1" bandRow="1"/>
              <a:tblGrid>
                <a:gridCol w="617152">
                  <a:extLst>
                    <a:ext uri="{9D8B030D-6E8A-4147-A177-3AD203B41FA5}">
                      <a16:colId xmlns:a16="http://schemas.microsoft.com/office/drawing/2014/main" val="2814556906"/>
                    </a:ext>
                  </a:extLst>
                </a:gridCol>
                <a:gridCol w="1324088">
                  <a:extLst>
                    <a:ext uri="{9D8B030D-6E8A-4147-A177-3AD203B41FA5}">
                      <a16:colId xmlns:a16="http://schemas.microsoft.com/office/drawing/2014/main" val="1917610005"/>
                    </a:ext>
                  </a:extLst>
                </a:gridCol>
                <a:gridCol w="5692095">
                  <a:extLst>
                    <a:ext uri="{9D8B030D-6E8A-4147-A177-3AD203B41FA5}">
                      <a16:colId xmlns:a16="http://schemas.microsoft.com/office/drawing/2014/main" val="377542832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24499"/>
                  </a:ext>
                </a:extLst>
              </a:tr>
              <a:tr h="184150">
                <a:tc gridSpan="3"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Sprung abfedern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Negiert jeglichen Fallschaden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609106"/>
                  </a:ext>
                </a:extLst>
              </a:tr>
            </a:tbl>
          </a:graphicData>
        </a:graphic>
      </p:graphicFrame>
      <p:sp>
        <p:nvSpPr>
          <p:cNvPr id="21" name="Textfeld 20">
            <a:extLst>
              <a:ext uri="{FF2B5EF4-FFF2-40B4-BE49-F238E27FC236}">
                <a16:creationId xmlns:a16="http://schemas.microsoft.com/office/drawing/2014/main" id="{DBBF8BFF-9BFE-6188-3078-6FD7535037EB}"/>
              </a:ext>
            </a:extLst>
          </p:cNvPr>
          <p:cNvSpPr txBox="1"/>
          <p:nvPr/>
        </p:nvSpPr>
        <p:spPr>
          <a:xfrm>
            <a:off x="258289" y="83736"/>
            <a:ext cx="609731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350" b="1" kern="0" dirty="0">
                <a:solidFill>
                  <a:srgbClr val="000000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💪</a:t>
            </a:r>
            <a:r>
              <a:rPr lang="de-DE" sz="1350" b="1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Verstärkung &amp; Transformation</a:t>
            </a:r>
            <a:endParaRPr lang="de-DE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F9CF3B93-C7E0-A863-C1B8-8563A7C0E3E0}"/>
              </a:ext>
            </a:extLst>
          </p:cNvPr>
          <p:cNvSpPr txBox="1"/>
          <p:nvPr/>
        </p:nvSpPr>
        <p:spPr>
          <a:xfrm>
            <a:off x="6520136" y="2071931"/>
            <a:ext cx="60973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b="1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Speed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Verdoppelt Bewegung, Vorteil auf Ini &amp; Reflexe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3557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4B7D436B-00E7-1A2C-65B6-24EC6C0FC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091436"/>
              </p:ext>
            </p:extLst>
          </p:nvPr>
        </p:nvGraphicFramePr>
        <p:xfrm>
          <a:off x="463785" y="1994875"/>
          <a:ext cx="7633335" cy="384048"/>
        </p:xfrm>
        <a:graphic>
          <a:graphicData uri="http://schemas.openxmlformats.org/drawingml/2006/table">
            <a:tbl>
              <a:tblPr firstRow="1" firstCol="1" bandRow="1"/>
              <a:tblGrid>
                <a:gridCol w="746671">
                  <a:extLst>
                    <a:ext uri="{9D8B030D-6E8A-4147-A177-3AD203B41FA5}">
                      <a16:colId xmlns:a16="http://schemas.microsoft.com/office/drawing/2014/main" val="1970658115"/>
                    </a:ext>
                  </a:extLst>
                </a:gridCol>
                <a:gridCol w="6886664">
                  <a:extLst>
                    <a:ext uri="{9D8B030D-6E8A-4147-A177-3AD203B41FA5}">
                      <a16:colId xmlns:a16="http://schemas.microsoft.com/office/drawing/2014/main" val="738182610"/>
                    </a:ext>
                  </a:extLst>
                </a:gridCol>
              </a:tblGrid>
              <a:tr h="184150">
                <a:tc gridSpan="2"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Machtheilung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Heilt 2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 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W6 TP sofort, RW Medizin f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Aptos Narrow" panose="020B0004020202020204" pitchFamily="34" charset="0"/>
                        </a:rPr>
                        <a:t>ü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 Bonus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8537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919275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C41F68C0-2345-5695-6B03-2D135FADE91B}"/>
              </a:ext>
            </a:extLst>
          </p:cNvPr>
          <p:cNvSpPr txBox="1"/>
          <p:nvPr/>
        </p:nvSpPr>
        <p:spPr>
          <a:xfrm>
            <a:off x="503963" y="593533"/>
            <a:ext cx="329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Lebensenergie &amp; Medizin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05186DF-206B-5645-955A-9E68BE169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657318"/>
              </p:ext>
            </p:extLst>
          </p:nvPr>
        </p:nvGraphicFramePr>
        <p:xfrm>
          <a:off x="503962" y="3288017"/>
          <a:ext cx="7633335" cy="384048"/>
        </p:xfrm>
        <a:graphic>
          <a:graphicData uri="http://schemas.openxmlformats.org/drawingml/2006/table">
            <a:tbl>
              <a:tblPr firstRow="1" firstCol="1" bandRow="1"/>
              <a:tblGrid>
                <a:gridCol w="746671">
                  <a:extLst>
                    <a:ext uri="{9D8B030D-6E8A-4147-A177-3AD203B41FA5}">
                      <a16:colId xmlns:a16="http://schemas.microsoft.com/office/drawing/2014/main" val="3612232791"/>
                    </a:ext>
                  </a:extLst>
                </a:gridCol>
                <a:gridCol w="6886664">
                  <a:extLst>
                    <a:ext uri="{9D8B030D-6E8A-4147-A177-3AD203B41FA5}">
                      <a16:colId xmlns:a16="http://schemas.microsoft.com/office/drawing/2014/main" val="544630892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324025"/>
                  </a:ext>
                </a:extLst>
              </a:tr>
              <a:tr h="184150">
                <a:tc gridSpan="2"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</a:t>
                      </a:r>
                      <a:r>
                        <a:rPr lang="de-DE" sz="1100" b="1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Plague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Infiziert Gegnergruppe mit Krankheit (RW Konstitution), 1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 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W4 Schaden + Verwirrung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370253"/>
                  </a:ext>
                </a:extLst>
              </a:tr>
            </a:tbl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25EB2FD8-361D-A46B-5DE0-E1A81E833C84}"/>
              </a:ext>
            </a:extLst>
          </p:cNvPr>
          <p:cNvSpPr txBox="1"/>
          <p:nvPr/>
        </p:nvSpPr>
        <p:spPr>
          <a:xfrm>
            <a:off x="585771" y="2454430"/>
            <a:ext cx="60973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b="1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</a:t>
            </a:r>
            <a:r>
              <a:rPr lang="de-DE" sz="1100" b="1" kern="0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Morichro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Verlangsamt Herzschlag; kann töten oder Metabolismus stark senken</a:t>
            </a:r>
            <a:endParaRPr lang="de-DE" dirty="0"/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BB9CE63B-06C2-CD1A-DF99-687E3E7332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878862"/>
              </p:ext>
            </p:extLst>
          </p:nvPr>
        </p:nvGraphicFramePr>
        <p:xfrm>
          <a:off x="503963" y="2856706"/>
          <a:ext cx="7633335" cy="384048"/>
        </p:xfrm>
        <a:graphic>
          <a:graphicData uri="http://schemas.openxmlformats.org/drawingml/2006/table">
            <a:tbl>
              <a:tblPr firstRow="1" firstCol="1" bandRow="1"/>
              <a:tblGrid>
                <a:gridCol w="746671">
                  <a:extLst>
                    <a:ext uri="{9D8B030D-6E8A-4147-A177-3AD203B41FA5}">
                      <a16:colId xmlns:a16="http://schemas.microsoft.com/office/drawing/2014/main" val="1585315544"/>
                    </a:ext>
                  </a:extLst>
                </a:gridCol>
                <a:gridCol w="6886664">
                  <a:extLst>
                    <a:ext uri="{9D8B030D-6E8A-4147-A177-3AD203B41FA5}">
                      <a16:colId xmlns:a16="http://schemas.microsoft.com/office/drawing/2014/main" val="2438039094"/>
                    </a:ext>
                  </a:extLst>
                </a:gridCol>
              </a:tblGrid>
              <a:tr h="19461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955666"/>
                  </a:ext>
                </a:extLst>
              </a:tr>
              <a:tr h="184150">
                <a:tc gridSpan="2"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Drain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Entzieht 2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 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W6 TP von Feinden in 3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 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 Radius, heilt dich um selben Betrag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496269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9C3490E0-BD9B-C64B-022C-0E2AC9996377}"/>
              </a:ext>
            </a:extLst>
          </p:cNvPr>
          <p:cNvSpPr txBox="1"/>
          <p:nvPr/>
        </p:nvSpPr>
        <p:spPr>
          <a:xfrm>
            <a:off x="585771" y="1444077"/>
            <a:ext cx="60973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b="1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Machtabsorption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Nimmt Energieangriffe auf, wandelt sie zu TP (50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 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%)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6465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0DF022F2-7C9F-7F25-1360-2C040D283D8C}"/>
              </a:ext>
            </a:extLst>
          </p:cNvPr>
          <p:cNvSpPr txBox="1"/>
          <p:nvPr/>
        </p:nvSpPr>
        <p:spPr>
          <a:xfrm>
            <a:off x="352753" y="519993"/>
            <a:ext cx="609731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350" b="1" kern="0" dirty="0">
                <a:solidFill>
                  <a:srgbClr val="000000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💪</a:t>
            </a:r>
            <a:r>
              <a:rPr lang="de-DE" sz="1350" b="1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Verstärkung &amp; Transformation</a:t>
            </a:r>
            <a:endParaRPr lang="de-DE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C1383D55-2589-A82D-F5A8-53ECD89B9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246114"/>
              </p:ext>
            </p:extLst>
          </p:nvPr>
        </p:nvGraphicFramePr>
        <p:xfrm>
          <a:off x="233484" y="3084097"/>
          <a:ext cx="2779178" cy="183261"/>
        </p:xfrm>
        <a:graphic>
          <a:graphicData uri="http://schemas.openxmlformats.org/drawingml/2006/table">
            <a:tbl>
              <a:tblPr firstRow="1" firstCol="1" bandRow="1"/>
              <a:tblGrid>
                <a:gridCol w="2779178">
                  <a:extLst>
                    <a:ext uri="{9D8B030D-6E8A-4147-A177-3AD203B41FA5}">
                      <a16:colId xmlns:a16="http://schemas.microsoft.com/office/drawing/2014/main" val="1646856167"/>
                    </a:ext>
                  </a:extLst>
                </a:gridCol>
              </a:tblGrid>
              <a:tr h="145568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Bodiarmor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Temporäre RK +2, hält 1 Minute H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532296"/>
                  </a:ext>
                </a:extLst>
              </a:tr>
            </a:tbl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890A43C6-0342-4225-4C6E-E6BCAC10D12C}"/>
              </a:ext>
            </a:extLst>
          </p:cNvPr>
          <p:cNvSpPr txBox="1"/>
          <p:nvPr/>
        </p:nvSpPr>
        <p:spPr>
          <a:xfrm>
            <a:off x="315723" y="3268777"/>
            <a:ext cx="36510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b="1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Weapon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Verleiht Waffen +1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 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W4 Schaden f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Aptos Narrow" panose="020B0004020202020204" pitchFamily="34" charset="0"/>
              </a:rPr>
              <a:t>ü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 1 Minute H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C2F941B-A93B-0434-31C9-5CBC7E1D58E1}"/>
              </a:ext>
            </a:extLst>
          </p:cNvPr>
          <p:cNvSpPr txBox="1"/>
          <p:nvPr/>
        </p:nvSpPr>
        <p:spPr>
          <a:xfrm>
            <a:off x="2175641" y="1507301"/>
            <a:ext cx="2483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Selbstanwendung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1E4E1AE4-99F1-B9E3-FBC0-4E5D4165D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634576"/>
              </p:ext>
            </p:extLst>
          </p:nvPr>
        </p:nvGraphicFramePr>
        <p:xfrm>
          <a:off x="3417175" y="2271610"/>
          <a:ext cx="7633335" cy="384048"/>
        </p:xfrm>
        <a:graphic>
          <a:graphicData uri="http://schemas.openxmlformats.org/drawingml/2006/table">
            <a:tbl>
              <a:tblPr firstRow="1" firstCol="1" bandRow="1"/>
              <a:tblGrid>
                <a:gridCol w="746671">
                  <a:extLst>
                    <a:ext uri="{9D8B030D-6E8A-4147-A177-3AD203B41FA5}">
                      <a16:colId xmlns:a16="http://schemas.microsoft.com/office/drawing/2014/main" val="1470639760"/>
                    </a:ext>
                  </a:extLst>
                </a:gridCol>
                <a:gridCol w="6886664">
                  <a:extLst>
                    <a:ext uri="{9D8B030D-6E8A-4147-A177-3AD203B41FA5}">
                      <a16:colId xmlns:a16="http://schemas.microsoft.com/office/drawing/2014/main" val="2978948408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684000"/>
                  </a:ext>
                </a:extLst>
              </a:tr>
              <a:tr h="184150">
                <a:tc gridSpan="2"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Rage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+2 Schaden im Nahkampf, −1 RK, hält 1 Minute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306188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784A1CEA-B076-2996-C413-D46B8EC09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884574"/>
              </p:ext>
            </p:extLst>
          </p:nvPr>
        </p:nvGraphicFramePr>
        <p:xfrm>
          <a:off x="3405726" y="2178826"/>
          <a:ext cx="7633335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7633335">
                  <a:extLst>
                    <a:ext uri="{9D8B030D-6E8A-4147-A177-3AD203B41FA5}">
                      <a16:colId xmlns:a16="http://schemas.microsoft.com/office/drawing/2014/main" val="197439398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</a:t>
                      </a:r>
                      <a:r>
                        <a:rPr lang="de-DE" sz="1100" b="1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Endure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Ignoriere Schmerzen und mentale Effekte (1 Minute lang immun </a:t>
                      </a:r>
                      <a:r>
                        <a:rPr lang="de-DE" sz="1100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gg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„Erschöpft“, „Verängstigt“) noch nicht KO nach -TP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118879"/>
                  </a:ext>
                </a:extLst>
              </a:tr>
            </a:tbl>
          </a:graphicData>
        </a:graphic>
      </p:graphicFrame>
      <p:sp>
        <p:nvSpPr>
          <p:cNvPr id="11" name="Textfeld 10">
            <a:extLst>
              <a:ext uri="{FF2B5EF4-FFF2-40B4-BE49-F238E27FC236}">
                <a16:creationId xmlns:a16="http://schemas.microsoft.com/office/drawing/2014/main" id="{50245EBB-BC6C-35F4-771E-96D9B297BE1F}"/>
              </a:ext>
            </a:extLst>
          </p:cNvPr>
          <p:cNvSpPr txBox="1"/>
          <p:nvPr/>
        </p:nvSpPr>
        <p:spPr>
          <a:xfrm>
            <a:off x="6183123" y="3447466"/>
            <a:ext cx="42463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b="1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Dark Aura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2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 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W6 Schaden im Umkreis, Feinde haben Nachteil auf Angriffe</a:t>
            </a:r>
            <a:endParaRPr lang="de-DE" dirty="0"/>
          </a:p>
        </p:txBody>
      </p:sp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4F3B361A-7CD4-26C1-5B75-038C95270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705745"/>
              </p:ext>
            </p:extLst>
          </p:nvPr>
        </p:nvGraphicFramePr>
        <p:xfrm>
          <a:off x="6091583" y="3875004"/>
          <a:ext cx="4947478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4947478">
                  <a:extLst>
                    <a:ext uri="{9D8B030D-6E8A-4147-A177-3AD203B41FA5}">
                      <a16:colId xmlns:a16="http://schemas.microsoft.com/office/drawing/2014/main" val="232695725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Deadly</a:t>
                      </a: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DE" sz="1100" b="1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Sight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Verursacht Schaden &amp; Angst durch bloßen Blick (RW Willenskraft)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161309"/>
                  </a:ext>
                </a:extLst>
              </a:tr>
            </a:tbl>
          </a:graphicData>
        </a:graphic>
      </p:graphicFrame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AFA253C1-24B4-385C-4FDD-ED2B9BB04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950092"/>
              </p:ext>
            </p:extLst>
          </p:nvPr>
        </p:nvGraphicFramePr>
        <p:xfrm>
          <a:off x="6077315" y="3103853"/>
          <a:ext cx="6225120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6225120">
                  <a:extLst>
                    <a:ext uri="{9D8B030D-6E8A-4147-A177-3AD203B41FA5}">
                      <a16:colId xmlns:a16="http://schemas.microsoft.com/office/drawing/2014/main" val="25505138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Scream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Gegner im Umkreis erleiden 1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 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W6 psychischen Schaden und Zustand „Angst“ (RW Wille)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107834"/>
                  </a:ext>
                </a:extLst>
              </a:tr>
            </a:tbl>
          </a:graphicData>
        </a:graphic>
      </p:graphicFrame>
      <p:sp>
        <p:nvSpPr>
          <p:cNvPr id="15" name="Textfeld 14">
            <a:extLst>
              <a:ext uri="{FF2B5EF4-FFF2-40B4-BE49-F238E27FC236}">
                <a16:creationId xmlns:a16="http://schemas.microsoft.com/office/drawing/2014/main" id="{9EB72B47-046C-8607-9771-5F0D10FD4929}"/>
              </a:ext>
            </a:extLst>
          </p:cNvPr>
          <p:cNvSpPr txBox="1"/>
          <p:nvPr/>
        </p:nvSpPr>
        <p:spPr>
          <a:xfrm>
            <a:off x="6183123" y="4225082"/>
            <a:ext cx="35218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b="1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</a:t>
            </a:r>
            <a:r>
              <a:rPr lang="de-DE" sz="1100" b="1" kern="0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Destruction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3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 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 Energieschockwelle, 4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 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W6 Schaden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1018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433BCB6A-CE16-2828-CFDF-94DE946102BF}"/>
              </a:ext>
            </a:extLst>
          </p:cNvPr>
          <p:cNvSpPr txBox="1"/>
          <p:nvPr/>
        </p:nvSpPr>
        <p:spPr>
          <a:xfrm>
            <a:off x="679621" y="780980"/>
            <a:ext cx="609731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13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Transformation &amp; Täuschung </a:t>
            </a:r>
            <a:endParaRPr lang="de-DE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93BDAB56-F066-AA96-EDD9-67A7E5027B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060118"/>
              </p:ext>
            </p:extLst>
          </p:nvPr>
        </p:nvGraphicFramePr>
        <p:xfrm>
          <a:off x="4938793" y="1664576"/>
          <a:ext cx="4964999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4964999">
                  <a:extLst>
                    <a:ext uri="{9D8B030D-6E8A-4147-A177-3AD203B41FA5}">
                      <a16:colId xmlns:a16="http://schemas.microsoft.com/office/drawing/2014/main" val="327785586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Metamorphosis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Veränderung der eigenen Gestalt (z.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 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B. Elementform oder Tarnung)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871640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6F4A23D-1B35-3E15-56AD-53A2A6222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95156"/>
              </p:ext>
            </p:extLst>
          </p:nvPr>
        </p:nvGraphicFramePr>
        <p:xfrm>
          <a:off x="869422" y="2197919"/>
          <a:ext cx="4365187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4365187">
                  <a:extLst>
                    <a:ext uri="{9D8B030D-6E8A-4147-A177-3AD203B41FA5}">
                      <a16:colId xmlns:a16="http://schemas.microsoft.com/office/drawing/2014/main" val="224221790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Essensübertragung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Überträgt TP oder Machtpunkte auf Verbündeten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431171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FFE41575-B1CA-03DD-119D-134756AA53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098076"/>
              </p:ext>
            </p:extLst>
          </p:nvPr>
        </p:nvGraphicFramePr>
        <p:xfrm>
          <a:off x="542534" y="1368357"/>
          <a:ext cx="3366856" cy="183261"/>
        </p:xfrm>
        <a:graphic>
          <a:graphicData uri="http://schemas.openxmlformats.org/drawingml/2006/table">
            <a:tbl>
              <a:tblPr firstRow="1" firstCol="1" bandRow="1"/>
              <a:tblGrid>
                <a:gridCol w="3366856">
                  <a:extLst>
                    <a:ext uri="{9D8B030D-6E8A-4147-A177-3AD203B41FA5}">
                      <a16:colId xmlns:a16="http://schemas.microsoft.com/office/drawing/2014/main" val="1629849475"/>
                    </a:ext>
                  </a:extLst>
                </a:gridCol>
              </a:tblGrid>
              <a:tr h="118026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Machtverstecken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Verbirgt </a:t>
                      </a:r>
                      <a:r>
                        <a:rPr lang="de-DE" sz="1100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Machtp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,.</a:t>
                      </a:r>
                      <a:r>
                        <a:rPr lang="de-DE" sz="1100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gräsenz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vollständig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086848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AFF98593-F26E-7E37-CA76-1BECA99FF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852888"/>
              </p:ext>
            </p:extLst>
          </p:nvPr>
        </p:nvGraphicFramePr>
        <p:xfrm>
          <a:off x="542534" y="1664576"/>
          <a:ext cx="3613415" cy="183261"/>
        </p:xfrm>
        <a:graphic>
          <a:graphicData uri="http://schemas.openxmlformats.org/drawingml/2006/table">
            <a:tbl>
              <a:tblPr firstRow="1" firstCol="1" bandRow="1"/>
              <a:tblGrid>
                <a:gridCol w="3613415">
                  <a:extLst>
                    <a:ext uri="{9D8B030D-6E8A-4147-A177-3AD203B41FA5}">
                      <a16:colId xmlns:a16="http://schemas.microsoft.com/office/drawing/2014/main" val="1183109236"/>
                    </a:ext>
                  </a:extLst>
                </a:gridCol>
              </a:tblGrid>
              <a:tr h="136926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</a:t>
                      </a:r>
                      <a:r>
                        <a:rPr lang="de-DE" sz="1100" b="1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Cloak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Unsichtbar für 1 Minute (RW Wille bei Angriff)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820191"/>
                  </a:ext>
                </a:extLst>
              </a:tr>
            </a:tbl>
          </a:graphicData>
        </a:graphic>
      </p:graphicFrame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212A0093-AED9-0108-D7C7-FC91C7621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903914"/>
              </p:ext>
            </p:extLst>
          </p:nvPr>
        </p:nvGraphicFramePr>
        <p:xfrm>
          <a:off x="4938793" y="2052036"/>
          <a:ext cx="7633335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7633335">
                  <a:extLst>
                    <a:ext uri="{9D8B030D-6E8A-4147-A177-3AD203B41FA5}">
                      <a16:colId xmlns:a16="http://schemas.microsoft.com/office/drawing/2014/main" val="402929478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Sith Alchemie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Verändere Objekte/Kreaturen auf genetischer Ebene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895663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64720DB3-1615-2650-FE70-32739F65B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263575"/>
              </p:ext>
            </p:extLst>
          </p:nvPr>
        </p:nvGraphicFramePr>
        <p:xfrm>
          <a:off x="4938792" y="2632263"/>
          <a:ext cx="7633335" cy="384048"/>
        </p:xfrm>
        <a:graphic>
          <a:graphicData uri="http://schemas.openxmlformats.org/drawingml/2006/table">
            <a:tbl>
              <a:tblPr firstRow="1" firstCol="1" bandRow="1"/>
              <a:tblGrid>
                <a:gridCol w="1440556">
                  <a:extLst>
                    <a:ext uri="{9D8B030D-6E8A-4147-A177-3AD203B41FA5}">
                      <a16:colId xmlns:a16="http://schemas.microsoft.com/office/drawing/2014/main" val="121941745"/>
                    </a:ext>
                  </a:extLst>
                </a:gridCol>
                <a:gridCol w="6192779">
                  <a:extLst>
                    <a:ext uri="{9D8B030D-6E8A-4147-A177-3AD203B41FA5}">
                      <a16:colId xmlns:a16="http://schemas.microsoft.com/office/drawing/2014/main" val="1154833221"/>
                    </a:ext>
                  </a:extLst>
                </a:gridCol>
              </a:tblGrid>
              <a:tr h="16652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431473"/>
                  </a:ext>
                </a:extLst>
              </a:tr>
              <a:tr h="184150">
                <a:tc gridSpan="2"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EE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Art </a:t>
                      </a:r>
                      <a:r>
                        <a:rPr lang="de-DE" sz="1100" b="1" kern="0" dirty="0" err="1">
                          <a:solidFill>
                            <a:srgbClr val="EE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de-DE" sz="1100" b="1" kern="0" dirty="0">
                          <a:solidFill>
                            <a:srgbClr val="EE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DE" sz="1100" b="1" kern="0" dirty="0" err="1">
                          <a:solidFill>
                            <a:srgbClr val="EE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lang="de-DE" sz="1100" b="1" kern="0" dirty="0">
                          <a:solidFill>
                            <a:srgbClr val="EE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Small</a:t>
                      </a:r>
                      <a:r>
                        <a:rPr lang="de-DE" sz="1100" kern="0" dirty="0">
                          <a:solidFill>
                            <a:srgbClr val="EE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Manipuliere Materie bis zur atomaren Struktur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568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859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4FC05B67-316F-BEB2-AF94-B2D5646FA4C7}"/>
              </a:ext>
            </a:extLst>
          </p:cNvPr>
          <p:cNvSpPr txBox="1"/>
          <p:nvPr/>
        </p:nvSpPr>
        <p:spPr>
          <a:xfrm>
            <a:off x="857250" y="1024490"/>
            <a:ext cx="609731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350" b="1" kern="0" dirty="0">
                <a:solidFill>
                  <a:srgbClr val="000000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⚡</a:t>
            </a:r>
            <a:r>
              <a:rPr lang="de-DE" sz="1350" b="1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Energiemanipulation &amp; Elemente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8A663FA-708D-0347-BB9F-4D914C87200A}"/>
              </a:ext>
            </a:extLst>
          </p:cNvPr>
          <p:cNvSpPr txBox="1"/>
          <p:nvPr/>
        </p:nvSpPr>
        <p:spPr>
          <a:xfrm>
            <a:off x="1056976" y="1451939"/>
            <a:ext cx="3854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Umgebungskontrolle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5CB379CA-E993-1466-4517-8BAE7DC5C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501827"/>
              </p:ext>
            </p:extLst>
          </p:nvPr>
        </p:nvGraphicFramePr>
        <p:xfrm>
          <a:off x="-26015" y="3354749"/>
          <a:ext cx="3851476" cy="376047"/>
        </p:xfrm>
        <a:graphic>
          <a:graphicData uri="http://schemas.openxmlformats.org/drawingml/2006/table">
            <a:tbl>
              <a:tblPr firstRow="1" firstCol="1" bandRow="1"/>
              <a:tblGrid>
                <a:gridCol w="3851476">
                  <a:extLst>
                    <a:ext uri="{9D8B030D-6E8A-4147-A177-3AD203B41FA5}">
                      <a16:colId xmlns:a16="http://schemas.microsoft.com/office/drawing/2014/main" val="2906965882"/>
                    </a:ext>
                  </a:extLst>
                </a:gridCol>
              </a:tblGrid>
              <a:tr h="219106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Elemental</a:t>
                      </a: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Control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Kontrolle über Feuer, Wasser, Erde, Luft (RW je nach Anwendung)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949602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281B411F-B503-B44C-14DA-54966DD31732}"/>
              </a:ext>
            </a:extLst>
          </p:cNvPr>
          <p:cNvSpPr txBox="1"/>
          <p:nvPr/>
        </p:nvSpPr>
        <p:spPr>
          <a:xfrm>
            <a:off x="4252244" y="2726645"/>
            <a:ext cx="39773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b="1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Plant Search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Kontrolliere Pflanzen, erschaffe Ranken in 6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 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 Radius</a:t>
            </a:r>
            <a:endParaRPr lang="de-DE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EC8288B-86EF-40D1-F977-80CA8340C0D9}"/>
              </a:ext>
            </a:extLst>
          </p:cNvPr>
          <p:cNvSpPr txBox="1"/>
          <p:nvPr/>
        </p:nvSpPr>
        <p:spPr>
          <a:xfrm>
            <a:off x="4010991" y="3298195"/>
            <a:ext cx="31540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b="1" kern="0" dirty="0">
                <a:solidFill>
                  <a:srgbClr val="EE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Alter Environment</a:t>
            </a:r>
            <a:r>
              <a:rPr lang="de-DE" sz="1100" kern="0" dirty="0">
                <a:solidFill>
                  <a:srgbClr val="EE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Kontrolliere Wetter &amp; Umgebung (Regen, Wind, Nebel etc.)</a:t>
            </a:r>
            <a:endParaRPr lang="de-DE" dirty="0"/>
          </a:p>
        </p:txBody>
      </p:sp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FDCE7484-6569-4E97-E04A-CA4D297DD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54334"/>
              </p:ext>
            </p:extLst>
          </p:nvPr>
        </p:nvGraphicFramePr>
        <p:xfrm>
          <a:off x="8303914" y="3298195"/>
          <a:ext cx="4168765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4168765">
                  <a:extLst>
                    <a:ext uri="{9D8B030D-6E8A-4147-A177-3AD203B41FA5}">
                      <a16:colId xmlns:a16="http://schemas.microsoft.com/office/drawing/2014/main" val="1918052832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EE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Storm</a:t>
                      </a:r>
                      <a:r>
                        <a:rPr lang="de-DE" sz="1100" kern="0" dirty="0">
                          <a:solidFill>
                            <a:srgbClr val="EE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Großflächiger Energiesturm, 1</a:t>
                      </a:r>
                      <a:r>
                        <a:rPr lang="de-DE" sz="1100" kern="0" dirty="0">
                          <a:solidFill>
                            <a:srgbClr val="EE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 </a:t>
                      </a:r>
                      <a:r>
                        <a:rPr lang="de-DE" sz="1100" kern="0" dirty="0">
                          <a:solidFill>
                            <a:srgbClr val="EE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W6 Schaden/Level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562835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730A5657-5289-12B7-3904-593D2BAE0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784742"/>
              </p:ext>
            </p:extLst>
          </p:nvPr>
        </p:nvGraphicFramePr>
        <p:xfrm>
          <a:off x="8324411" y="2744479"/>
          <a:ext cx="4107114" cy="384048"/>
        </p:xfrm>
        <a:graphic>
          <a:graphicData uri="http://schemas.openxmlformats.org/drawingml/2006/table">
            <a:tbl>
              <a:tblPr firstRow="1" firstCol="1" bandRow="1"/>
              <a:tblGrid>
                <a:gridCol w="332058">
                  <a:extLst>
                    <a:ext uri="{9D8B030D-6E8A-4147-A177-3AD203B41FA5}">
                      <a16:colId xmlns:a16="http://schemas.microsoft.com/office/drawing/2014/main" val="3944045281"/>
                    </a:ext>
                  </a:extLst>
                </a:gridCol>
                <a:gridCol w="712426">
                  <a:extLst>
                    <a:ext uri="{9D8B030D-6E8A-4147-A177-3AD203B41FA5}">
                      <a16:colId xmlns:a16="http://schemas.microsoft.com/office/drawing/2014/main" val="3348753605"/>
                    </a:ext>
                  </a:extLst>
                </a:gridCol>
                <a:gridCol w="3062630">
                  <a:extLst>
                    <a:ext uri="{9D8B030D-6E8A-4147-A177-3AD203B41FA5}">
                      <a16:colId xmlns:a16="http://schemas.microsoft.com/office/drawing/2014/main" val="1641407621"/>
                    </a:ext>
                  </a:extLst>
                </a:gridCol>
              </a:tblGrid>
              <a:tr h="184150">
                <a:tc gridSpan="3"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Machtblitze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3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 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W6 Energieschaden, RW Konstitution halbiert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86805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0066"/>
                  </a:ext>
                </a:extLst>
              </a:tr>
            </a:tbl>
          </a:graphicData>
        </a:graphic>
      </p:graphicFrame>
      <p:sp>
        <p:nvSpPr>
          <p:cNvPr id="14" name="Textfeld 13">
            <a:extLst>
              <a:ext uri="{FF2B5EF4-FFF2-40B4-BE49-F238E27FC236}">
                <a16:creationId xmlns:a16="http://schemas.microsoft.com/office/drawing/2014/main" id="{5821E558-1A3C-E081-08F5-B233AEC0C3F1}"/>
              </a:ext>
            </a:extLst>
          </p:cNvPr>
          <p:cNvSpPr txBox="1"/>
          <p:nvPr/>
        </p:nvSpPr>
        <p:spPr>
          <a:xfrm>
            <a:off x="-64347" y="2744479"/>
            <a:ext cx="40753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b="1" kern="0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Pyrokinesis</a:t>
            </a:r>
            <a:r>
              <a:rPr lang="de-DE" sz="11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Manipuliert oder erzeugt Feuer als Waffe oder Hindernis</a:t>
            </a:r>
            <a:endParaRPr lang="de-DE" dirty="0"/>
          </a:p>
        </p:txBody>
      </p:sp>
      <p:graphicFrame>
        <p:nvGraphicFramePr>
          <p:cNvPr id="15" name="Tabelle 14">
            <a:extLst>
              <a:ext uri="{FF2B5EF4-FFF2-40B4-BE49-F238E27FC236}">
                <a16:creationId xmlns:a16="http://schemas.microsoft.com/office/drawing/2014/main" id="{88F01902-96DD-54E0-073A-466C94B71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352061"/>
              </p:ext>
            </p:extLst>
          </p:nvPr>
        </p:nvGraphicFramePr>
        <p:xfrm>
          <a:off x="3614245" y="1918962"/>
          <a:ext cx="4844054" cy="384048"/>
        </p:xfrm>
        <a:graphic>
          <a:graphicData uri="http://schemas.openxmlformats.org/drawingml/2006/table">
            <a:tbl>
              <a:tblPr firstRow="1" firstCol="1" bandRow="1"/>
              <a:tblGrid>
                <a:gridCol w="391640">
                  <a:extLst>
                    <a:ext uri="{9D8B030D-6E8A-4147-A177-3AD203B41FA5}">
                      <a16:colId xmlns:a16="http://schemas.microsoft.com/office/drawing/2014/main" val="825977537"/>
                    </a:ext>
                  </a:extLst>
                </a:gridCol>
                <a:gridCol w="840256">
                  <a:extLst>
                    <a:ext uri="{9D8B030D-6E8A-4147-A177-3AD203B41FA5}">
                      <a16:colId xmlns:a16="http://schemas.microsoft.com/office/drawing/2014/main" val="64022207"/>
                    </a:ext>
                  </a:extLst>
                </a:gridCol>
                <a:gridCol w="3612158">
                  <a:extLst>
                    <a:ext uri="{9D8B030D-6E8A-4147-A177-3AD203B41FA5}">
                      <a16:colId xmlns:a16="http://schemas.microsoft.com/office/drawing/2014/main" val="319025562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014935"/>
                  </a:ext>
                </a:extLst>
              </a:tr>
              <a:tr h="184150">
                <a:tc gridSpan="3"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</a:t>
                      </a:r>
                      <a:r>
                        <a:rPr lang="de-DE" sz="1100" b="1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Blinding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de-DE" sz="1100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Blendlicht</a:t>
                      </a:r>
                      <a:r>
                        <a:rPr lang="de-DE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Ziel ist 1 Runde blind (RW Konstitution)</a:t>
                      </a: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680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443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D10F992-B822-2260-DF26-A2C080FAFC96}"/>
              </a:ext>
            </a:extLst>
          </p:cNvPr>
          <p:cNvSpPr txBox="1"/>
          <p:nvPr/>
        </p:nvSpPr>
        <p:spPr>
          <a:xfrm>
            <a:off x="5367131" y="2955234"/>
            <a:ext cx="1214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Die Macht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ED70A5BC-55EF-3B80-626B-71D88FFDC90D}"/>
              </a:ext>
            </a:extLst>
          </p:cNvPr>
          <p:cNvSpPr/>
          <p:nvPr/>
        </p:nvSpPr>
        <p:spPr>
          <a:xfrm>
            <a:off x="4920974" y="2564295"/>
            <a:ext cx="2107096" cy="11512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B00956F-1695-83A3-2305-003E07EBBD0B}"/>
              </a:ext>
            </a:extLst>
          </p:cNvPr>
          <p:cNvSpPr txBox="1"/>
          <p:nvPr/>
        </p:nvSpPr>
        <p:spPr>
          <a:xfrm>
            <a:off x="5274104" y="29633"/>
            <a:ext cx="23748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1" u="sng" dirty="0"/>
              <a:t>Wahrnehmung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1A40AD9-0389-9091-2895-87E1E1FB1C9A}"/>
              </a:ext>
            </a:extLst>
          </p:cNvPr>
          <p:cNvSpPr txBox="1"/>
          <p:nvPr/>
        </p:nvSpPr>
        <p:spPr>
          <a:xfrm>
            <a:off x="1035015" y="-15319"/>
            <a:ext cx="18616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1" u="sng" dirty="0"/>
              <a:t>Kommunikation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6D0E9D8-44C9-C852-99C9-F9FD6E0406DD}"/>
              </a:ext>
            </a:extLst>
          </p:cNvPr>
          <p:cNvSpPr txBox="1"/>
          <p:nvPr/>
        </p:nvSpPr>
        <p:spPr>
          <a:xfrm>
            <a:off x="425632" y="2154614"/>
            <a:ext cx="18024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1" u="sng" dirty="0"/>
              <a:t>Telekinese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1854179-9668-4763-FBA5-878A1B1568DF}"/>
              </a:ext>
            </a:extLst>
          </p:cNvPr>
          <p:cNvSpPr txBox="1"/>
          <p:nvPr/>
        </p:nvSpPr>
        <p:spPr>
          <a:xfrm>
            <a:off x="126849" y="3800516"/>
            <a:ext cx="21445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1" u="sng" dirty="0"/>
              <a:t>Bewegung und Verstärkung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1170F86-8314-35B4-8688-3E2D2E7F93FD}"/>
              </a:ext>
            </a:extLst>
          </p:cNvPr>
          <p:cNvSpPr txBox="1"/>
          <p:nvPr/>
        </p:nvSpPr>
        <p:spPr>
          <a:xfrm>
            <a:off x="2649191" y="6405674"/>
            <a:ext cx="16511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b="1" u="sng" dirty="0"/>
              <a:t>Lebensenergie &amp; Medizin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B7AB0F6-8798-045A-6A73-BEA60269F704}"/>
              </a:ext>
            </a:extLst>
          </p:cNvPr>
          <p:cNvSpPr txBox="1"/>
          <p:nvPr/>
        </p:nvSpPr>
        <p:spPr>
          <a:xfrm>
            <a:off x="11295451" y="4531616"/>
            <a:ext cx="8965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8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Transformation &amp; Täuschung </a:t>
            </a:r>
            <a:endParaRPr lang="de-DE" sz="800" b="1" u="sng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EFCF590-51B2-A700-6083-066B393EFA71}"/>
              </a:ext>
            </a:extLst>
          </p:cNvPr>
          <p:cNvSpPr txBox="1"/>
          <p:nvPr/>
        </p:nvSpPr>
        <p:spPr>
          <a:xfrm>
            <a:off x="7544228" y="6513396"/>
            <a:ext cx="216265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b="1" u="sng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Energiemanipulation &amp; Elemente</a:t>
            </a:r>
            <a:endParaRPr lang="de-DE" sz="800" b="1" u="sng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9FC52A7-1012-6603-CDB2-C278045BD7F6}"/>
              </a:ext>
            </a:extLst>
          </p:cNvPr>
          <p:cNvSpPr txBox="1"/>
          <p:nvPr/>
        </p:nvSpPr>
        <p:spPr>
          <a:xfrm>
            <a:off x="11102098" y="204067"/>
            <a:ext cx="13798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b="1" u="sng" dirty="0"/>
              <a:t>Willenskraft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4A6470F-8C26-1776-C0E3-5B9BB2A17D9E}"/>
              </a:ext>
            </a:extLst>
          </p:cNvPr>
          <p:cNvSpPr txBox="1"/>
          <p:nvPr/>
        </p:nvSpPr>
        <p:spPr>
          <a:xfrm>
            <a:off x="4209869" y="1143885"/>
            <a:ext cx="16111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Präkognition</a:t>
            </a:r>
            <a:endParaRPr lang="de-DE" sz="8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ED8F535-C721-751E-8897-9681C361E155}"/>
              </a:ext>
            </a:extLst>
          </p:cNvPr>
          <p:cNvSpPr txBox="1"/>
          <p:nvPr/>
        </p:nvSpPr>
        <p:spPr>
          <a:xfrm>
            <a:off x="4220342" y="840694"/>
            <a:ext cx="16006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Shatter</a:t>
            </a:r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Point</a:t>
            </a:r>
            <a:endParaRPr lang="de-DE" sz="800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A657BBF-9919-B37C-96FF-F811BBC55878}"/>
              </a:ext>
            </a:extLst>
          </p:cNvPr>
          <p:cNvSpPr txBox="1"/>
          <p:nvPr/>
        </p:nvSpPr>
        <p:spPr>
          <a:xfrm>
            <a:off x="4220342" y="581377"/>
            <a:ext cx="9759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Mechu-Deru</a:t>
            </a:r>
            <a:endParaRPr lang="de-DE" sz="800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E894955-8CD4-2097-A34D-2922B49AC00B}"/>
              </a:ext>
            </a:extLst>
          </p:cNvPr>
          <p:cNvSpPr txBox="1"/>
          <p:nvPr/>
        </p:nvSpPr>
        <p:spPr>
          <a:xfrm>
            <a:off x="5200275" y="1143885"/>
            <a:ext cx="14263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 Sicht</a:t>
            </a:r>
            <a:endParaRPr lang="de-DE" sz="800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2879DCA9-0B76-85F5-0038-C2441DC02541}"/>
              </a:ext>
            </a:extLst>
          </p:cNvPr>
          <p:cNvSpPr txBox="1"/>
          <p:nvPr/>
        </p:nvSpPr>
        <p:spPr>
          <a:xfrm>
            <a:off x="5174130" y="822272"/>
            <a:ext cx="12881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Machtgehör</a:t>
            </a:r>
            <a:endParaRPr lang="de-DE" sz="800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031FFCE-86AC-719C-C780-54D67AEE0057}"/>
              </a:ext>
            </a:extLst>
          </p:cNvPr>
          <p:cNvSpPr txBox="1"/>
          <p:nvPr/>
        </p:nvSpPr>
        <p:spPr>
          <a:xfrm>
            <a:off x="5232785" y="600384"/>
            <a:ext cx="10909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Machtsinn</a:t>
            </a:r>
            <a:endParaRPr lang="de-DE" sz="800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0EC7D6F7-B012-A22E-A91F-2640260DE4E2}"/>
              </a:ext>
            </a:extLst>
          </p:cNvPr>
          <p:cNvSpPr txBox="1"/>
          <p:nvPr/>
        </p:nvSpPr>
        <p:spPr>
          <a:xfrm>
            <a:off x="5174130" y="331856"/>
            <a:ext cx="8555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Wayfinding</a:t>
            </a:r>
            <a:endParaRPr lang="de-DE" sz="800" dirty="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50345444-CD76-FC4B-B4D7-8374223A4B1F}"/>
              </a:ext>
            </a:extLst>
          </p:cNvPr>
          <p:cNvSpPr txBox="1"/>
          <p:nvPr/>
        </p:nvSpPr>
        <p:spPr>
          <a:xfrm>
            <a:off x="6339362" y="1125463"/>
            <a:ext cx="157829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Machtvisionen</a:t>
            </a:r>
            <a:endParaRPr lang="de-DE" sz="800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254470BB-A5EE-51B5-5C88-649AC9505A0D}"/>
              </a:ext>
            </a:extLst>
          </p:cNvPr>
          <p:cNvSpPr txBox="1"/>
          <p:nvPr/>
        </p:nvSpPr>
        <p:spPr>
          <a:xfrm>
            <a:off x="6339362" y="869040"/>
            <a:ext cx="9431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Psychometrie</a:t>
            </a:r>
            <a:endParaRPr lang="de-DE" sz="800" dirty="0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182C4C90-5A8C-225C-8B63-A8B058BE5094}"/>
              </a:ext>
            </a:extLst>
          </p:cNvPr>
          <p:cNvSpPr txBox="1"/>
          <p:nvPr/>
        </p:nvSpPr>
        <p:spPr>
          <a:xfrm>
            <a:off x="6321545" y="581377"/>
            <a:ext cx="9714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Flow Walking</a:t>
            </a:r>
            <a:endParaRPr lang="de-DE" sz="800" dirty="0"/>
          </a:p>
        </p:txBody>
      </p: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6E85A766-5817-6984-C052-3E069BE12184}"/>
              </a:ext>
            </a:extLst>
          </p:cNvPr>
          <p:cNvCxnSpPr>
            <a:endCxn id="3" idx="1"/>
          </p:cNvCxnSpPr>
          <p:nvPr/>
        </p:nvCxnSpPr>
        <p:spPr>
          <a:xfrm>
            <a:off x="3208613" y="0"/>
            <a:ext cx="2020938" cy="2732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714AE4BA-2923-4A0B-B71A-8882E77B1D03}"/>
              </a:ext>
            </a:extLst>
          </p:cNvPr>
          <p:cNvCxnSpPr>
            <a:cxnSpLocks/>
            <a:endCxn id="3" idx="7"/>
          </p:cNvCxnSpPr>
          <p:nvPr/>
        </p:nvCxnSpPr>
        <p:spPr>
          <a:xfrm flipH="1">
            <a:off x="6719493" y="29633"/>
            <a:ext cx="1553911" cy="27032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D09D5240-6BF7-CDBC-0824-3A5EADB981DF}"/>
              </a:ext>
            </a:extLst>
          </p:cNvPr>
          <p:cNvCxnSpPr>
            <a:stCxn id="3" idx="2"/>
          </p:cNvCxnSpPr>
          <p:nvPr/>
        </p:nvCxnSpPr>
        <p:spPr>
          <a:xfrm flipH="1" flipV="1">
            <a:off x="0" y="600384"/>
            <a:ext cx="4920974" cy="25395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545C86FD-AAB9-51E6-46C2-2E601C98A97C}"/>
              </a:ext>
            </a:extLst>
          </p:cNvPr>
          <p:cNvCxnSpPr>
            <a:stCxn id="3" idx="3"/>
          </p:cNvCxnSpPr>
          <p:nvPr/>
        </p:nvCxnSpPr>
        <p:spPr>
          <a:xfrm flipH="1" flipV="1">
            <a:off x="0" y="3542616"/>
            <a:ext cx="5229551" cy="42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1C90AFEE-773A-40F9-DEBA-D717EF7EBBB1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5974522" y="3715504"/>
            <a:ext cx="0" cy="31128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265C5312-6975-2267-C16D-858B4B0768FE}"/>
              </a:ext>
            </a:extLst>
          </p:cNvPr>
          <p:cNvCxnSpPr>
            <a:cxnSpLocks/>
            <a:stCxn id="3" idx="5"/>
          </p:cNvCxnSpPr>
          <p:nvPr/>
        </p:nvCxnSpPr>
        <p:spPr>
          <a:xfrm>
            <a:off x="6719493" y="3546913"/>
            <a:ext cx="5472507" cy="25781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4782266F-896E-69E7-27AC-552876E8F852}"/>
              </a:ext>
            </a:extLst>
          </p:cNvPr>
          <p:cNvCxnSpPr>
            <a:cxnSpLocks/>
            <a:stCxn id="3" idx="6"/>
          </p:cNvCxnSpPr>
          <p:nvPr/>
        </p:nvCxnSpPr>
        <p:spPr>
          <a:xfrm>
            <a:off x="7028070" y="3139900"/>
            <a:ext cx="5163930" cy="4027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87E2EC08-9ECF-F940-1EC1-7688CF9B56DB}"/>
              </a:ext>
            </a:extLst>
          </p:cNvPr>
          <p:cNvCxnSpPr>
            <a:cxnSpLocks/>
          </p:cNvCxnSpPr>
          <p:nvPr/>
        </p:nvCxnSpPr>
        <p:spPr>
          <a:xfrm flipH="1">
            <a:off x="1349288" y="3663120"/>
            <a:ext cx="4198072" cy="31652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Tabelle 55">
            <a:extLst>
              <a:ext uri="{FF2B5EF4-FFF2-40B4-BE49-F238E27FC236}">
                <a16:creationId xmlns:a16="http://schemas.microsoft.com/office/drawing/2014/main" id="{92A7FC5A-AE55-00D5-7DCF-A7E9EE7F2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545127"/>
              </p:ext>
            </p:extLst>
          </p:nvPr>
        </p:nvGraphicFramePr>
        <p:xfrm>
          <a:off x="2986477" y="1991797"/>
          <a:ext cx="1510234" cy="133287"/>
        </p:xfrm>
        <a:graphic>
          <a:graphicData uri="http://schemas.openxmlformats.org/drawingml/2006/table">
            <a:tbl>
              <a:tblPr firstRow="1" firstCol="1" bandRow="1"/>
              <a:tblGrid>
                <a:gridCol w="1510234">
                  <a:extLst>
                    <a:ext uri="{9D8B030D-6E8A-4147-A177-3AD203B41FA5}">
                      <a16:colId xmlns:a16="http://schemas.microsoft.com/office/drawing/2014/main" val="29929110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Machtverbindung / Force Bond</a:t>
                      </a:r>
                      <a:endParaRPr lang="de-DE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4840851"/>
                  </a:ext>
                </a:extLst>
              </a:tr>
            </a:tbl>
          </a:graphicData>
        </a:graphic>
      </p:graphicFrame>
      <p:sp>
        <p:nvSpPr>
          <p:cNvPr id="57" name="Textfeld 56">
            <a:extLst>
              <a:ext uri="{FF2B5EF4-FFF2-40B4-BE49-F238E27FC236}">
                <a16:creationId xmlns:a16="http://schemas.microsoft.com/office/drawing/2014/main" id="{C3D35C39-5DFB-98A6-4E71-F1C40A3CE4CA}"/>
              </a:ext>
            </a:extLst>
          </p:cNvPr>
          <p:cNvSpPr txBox="1"/>
          <p:nvPr/>
        </p:nvSpPr>
        <p:spPr>
          <a:xfrm>
            <a:off x="1736489" y="972925"/>
            <a:ext cx="158185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Gedankenmanipulation</a:t>
            </a:r>
            <a:endParaRPr lang="de-DE" sz="800" dirty="0"/>
          </a:p>
        </p:txBody>
      </p:sp>
      <p:graphicFrame>
        <p:nvGraphicFramePr>
          <p:cNvPr id="58" name="Tabelle 57">
            <a:extLst>
              <a:ext uri="{FF2B5EF4-FFF2-40B4-BE49-F238E27FC236}">
                <a16:creationId xmlns:a16="http://schemas.microsoft.com/office/drawing/2014/main" id="{72FCE6A3-7BC4-B44B-13BB-8D4004403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957759"/>
              </p:ext>
            </p:extLst>
          </p:nvPr>
        </p:nvGraphicFramePr>
        <p:xfrm>
          <a:off x="2715976" y="1640491"/>
          <a:ext cx="1018327" cy="167609"/>
        </p:xfrm>
        <a:graphic>
          <a:graphicData uri="http://schemas.openxmlformats.org/drawingml/2006/table">
            <a:tbl>
              <a:tblPr firstRow="1" firstCol="1" bandRow="1"/>
              <a:tblGrid>
                <a:gridCol w="1018327">
                  <a:extLst>
                    <a:ext uri="{9D8B030D-6E8A-4147-A177-3AD203B41FA5}">
                      <a16:colId xmlns:a16="http://schemas.microsoft.com/office/drawing/2014/main" val="1968582767"/>
                    </a:ext>
                  </a:extLst>
                </a:gridCol>
              </a:tblGrid>
              <a:tr h="167609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Machtgeblitztdings</a:t>
                      </a:r>
                      <a:endParaRPr lang="de-DE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592784"/>
                  </a:ext>
                </a:extLst>
              </a:tr>
            </a:tbl>
          </a:graphicData>
        </a:graphic>
      </p:graphicFrame>
      <p:graphicFrame>
        <p:nvGraphicFramePr>
          <p:cNvPr id="59" name="Tabelle 58">
            <a:extLst>
              <a:ext uri="{FF2B5EF4-FFF2-40B4-BE49-F238E27FC236}">
                <a16:creationId xmlns:a16="http://schemas.microsoft.com/office/drawing/2014/main" id="{F61FE91C-529A-85E7-4865-1FFD7FFBA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622764"/>
              </p:ext>
            </p:extLst>
          </p:nvPr>
        </p:nvGraphicFramePr>
        <p:xfrm>
          <a:off x="1197233" y="683324"/>
          <a:ext cx="1221972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1221972">
                  <a:extLst>
                    <a:ext uri="{9D8B030D-6E8A-4147-A177-3AD203B41FA5}">
                      <a16:colId xmlns:a16="http://schemas.microsoft.com/office/drawing/2014/main" val="1551034090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Mind</a:t>
                      </a:r>
                      <a:r>
                        <a:rPr lang="de-DE" sz="800" b="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Domination</a:t>
                      </a:r>
                      <a:endParaRPr lang="de-DE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320885"/>
                  </a:ext>
                </a:extLst>
              </a:tr>
            </a:tbl>
          </a:graphicData>
        </a:graphic>
      </p:graphicFrame>
      <p:graphicFrame>
        <p:nvGraphicFramePr>
          <p:cNvPr id="60" name="Tabelle 59">
            <a:extLst>
              <a:ext uri="{FF2B5EF4-FFF2-40B4-BE49-F238E27FC236}">
                <a16:creationId xmlns:a16="http://schemas.microsoft.com/office/drawing/2014/main" id="{FB5C37F1-1B27-54C6-5135-7F57AF805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073742"/>
              </p:ext>
            </p:extLst>
          </p:nvPr>
        </p:nvGraphicFramePr>
        <p:xfrm>
          <a:off x="2363285" y="1326573"/>
          <a:ext cx="1066844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1066844">
                  <a:extLst>
                    <a:ext uri="{9D8B030D-6E8A-4147-A177-3AD203B41FA5}">
                      <a16:colId xmlns:a16="http://schemas.microsoft.com/office/drawing/2014/main" val="73667498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Dreamwalking</a:t>
                      </a:r>
                      <a:endParaRPr lang="de-DE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75967"/>
                  </a:ext>
                </a:extLst>
              </a:tr>
            </a:tbl>
          </a:graphicData>
        </a:graphic>
      </p:graphicFrame>
      <p:graphicFrame>
        <p:nvGraphicFramePr>
          <p:cNvPr id="61" name="Tabelle 60">
            <a:extLst>
              <a:ext uri="{FF2B5EF4-FFF2-40B4-BE49-F238E27FC236}">
                <a16:creationId xmlns:a16="http://schemas.microsoft.com/office/drawing/2014/main" id="{E2935958-5F40-BA8A-67F7-AD14C6963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945206"/>
              </p:ext>
            </p:extLst>
          </p:nvPr>
        </p:nvGraphicFramePr>
        <p:xfrm>
          <a:off x="4209869" y="2557947"/>
          <a:ext cx="1183639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1183639">
                  <a:extLst>
                    <a:ext uri="{9D8B030D-6E8A-4147-A177-3AD203B41FA5}">
                      <a16:colId xmlns:a16="http://schemas.microsoft.com/office/drawing/2014/main" val="4055991900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</a:t>
                      </a:r>
                      <a:r>
                        <a:rPr lang="de-DE" sz="800" b="0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Empathy</a:t>
                      </a:r>
                      <a:endParaRPr lang="de-DE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05727"/>
                  </a:ext>
                </a:extLst>
              </a:tr>
            </a:tbl>
          </a:graphicData>
        </a:graphic>
      </p:graphicFrame>
      <p:sp>
        <p:nvSpPr>
          <p:cNvPr id="62" name="Textfeld 61">
            <a:extLst>
              <a:ext uri="{FF2B5EF4-FFF2-40B4-BE49-F238E27FC236}">
                <a16:creationId xmlns:a16="http://schemas.microsoft.com/office/drawing/2014/main" id="{CE807178-E5AE-0A7F-CE79-B6D61996F0AE}"/>
              </a:ext>
            </a:extLst>
          </p:cNvPr>
          <p:cNvSpPr txBox="1"/>
          <p:nvPr/>
        </p:nvSpPr>
        <p:spPr>
          <a:xfrm>
            <a:off x="3792353" y="2276798"/>
            <a:ext cx="12181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Kampfmeditation</a:t>
            </a:r>
            <a:endParaRPr lang="de-DE" sz="800" dirty="0"/>
          </a:p>
        </p:txBody>
      </p:sp>
      <p:graphicFrame>
        <p:nvGraphicFramePr>
          <p:cNvPr id="63" name="Tabelle 62">
            <a:extLst>
              <a:ext uri="{FF2B5EF4-FFF2-40B4-BE49-F238E27FC236}">
                <a16:creationId xmlns:a16="http://schemas.microsoft.com/office/drawing/2014/main" id="{E87084EC-BBDA-A8A8-03C5-FFD636DC9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336301"/>
              </p:ext>
            </p:extLst>
          </p:nvPr>
        </p:nvGraphicFramePr>
        <p:xfrm>
          <a:off x="847856" y="450206"/>
          <a:ext cx="870815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870815">
                  <a:extLst>
                    <a:ext uri="{9D8B030D-6E8A-4147-A177-3AD203B41FA5}">
                      <a16:colId xmlns:a16="http://schemas.microsoft.com/office/drawing/2014/main" val="230589517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EE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Melt</a:t>
                      </a:r>
                      <a:endParaRPr lang="de-DE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118357"/>
                  </a:ext>
                </a:extLst>
              </a:tr>
            </a:tbl>
          </a:graphicData>
        </a:graphic>
      </p:graphicFrame>
      <p:graphicFrame>
        <p:nvGraphicFramePr>
          <p:cNvPr id="64" name="Tabelle 63">
            <a:extLst>
              <a:ext uri="{FF2B5EF4-FFF2-40B4-BE49-F238E27FC236}">
                <a16:creationId xmlns:a16="http://schemas.microsoft.com/office/drawing/2014/main" id="{06045850-5066-9AD2-A3A6-C9AD91403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365053"/>
              </p:ext>
            </p:extLst>
          </p:nvPr>
        </p:nvGraphicFramePr>
        <p:xfrm>
          <a:off x="399990" y="205741"/>
          <a:ext cx="797243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797243">
                  <a:extLst>
                    <a:ext uri="{9D8B030D-6E8A-4147-A177-3AD203B41FA5}">
                      <a16:colId xmlns:a16="http://schemas.microsoft.com/office/drawing/2014/main" val="190385645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EE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Alignment</a:t>
                      </a:r>
                      <a:endParaRPr lang="de-DE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457574"/>
                  </a:ext>
                </a:extLst>
              </a:tr>
            </a:tbl>
          </a:graphicData>
        </a:graphic>
      </p:graphicFrame>
      <p:sp>
        <p:nvSpPr>
          <p:cNvPr id="65" name="Textfeld 64">
            <a:extLst>
              <a:ext uri="{FF2B5EF4-FFF2-40B4-BE49-F238E27FC236}">
                <a16:creationId xmlns:a16="http://schemas.microsoft.com/office/drawing/2014/main" id="{59B79929-A78A-585D-1FD0-A1884FFCAAB6}"/>
              </a:ext>
            </a:extLst>
          </p:cNvPr>
          <p:cNvSpPr txBox="1"/>
          <p:nvPr/>
        </p:nvSpPr>
        <p:spPr>
          <a:xfrm>
            <a:off x="1900094" y="297816"/>
            <a:ext cx="7426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Sever</a:t>
            </a:r>
            <a:endParaRPr lang="de-DE" sz="800" dirty="0"/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6B6A2B35-EF26-919B-CC30-1F12CEE30924}"/>
              </a:ext>
            </a:extLst>
          </p:cNvPr>
          <p:cNvSpPr txBox="1"/>
          <p:nvPr/>
        </p:nvSpPr>
        <p:spPr>
          <a:xfrm>
            <a:off x="2707690" y="663275"/>
            <a:ext cx="11836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Beast Control</a:t>
            </a:r>
            <a:endParaRPr lang="de-DE" sz="800" dirty="0"/>
          </a:p>
        </p:txBody>
      </p:sp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A4D5277D-62AA-129E-A936-2D7E06F13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88057"/>
              </p:ext>
            </p:extLst>
          </p:nvPr>
        </p:nvGraphicFramePr>
        <p:xfrm>
          <a:off x="3791583" y="3296047"/>
          <a:ext cx="765009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765009">
                  <a:extLst>
                    <a:ext uri="{9D8B030D-6E8A-4147-A177-3AD203B41FA5}">
                      <a16:colId xmlns:a16="http://schemas.microsoft.com/office/drawing/2014/main" val="77903084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Machtschub</a:t>
                      </a:r>
                      <a:endParaRPr lang="de-DE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432688"/>
                  </a:ext>
                </a:extLst>
              </a:tr>
            </a:tbl>
          </a:graphicData>
        </a:graphic>
      </p:graphicFrame>
      <p:sp>
        <p:nvSpPr>
          <p:cNvPr id="69" name="Textfeld 68">
            <a:extLst>
              <a:ext uri="{FF2B5EF4-FFF2-40B4-BE49-F238E27FC236}">
                <a16:creationId xmlns:a16="http://schemas.microsoft.com/office/drawing/2014/main" id="{A26C06EE-2A47-D058-2A0E-3331CC917549}"/>
              </a:ext>
            </a:extLst>
          </p:cNvPr>
          <p:cNvSpPr txBox="1"/>
          <p:nvPr/>
        </p:nvSpPr>
        <p:spPr>
          <a:xfrm>
            <a:off x="3891329" y="2999545"/>
            <a:ext cx="7591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Machtwürgen</a:t>
            </a:r>
            <a:endParaRPr lang="de-DE" sz="800" dirty="0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45780A27-DAA4-73A4-9EF2-7F3F9E02E4B2}"/>
              </a:ext>
            </a:extLst>
          </p:cNvPr>
          <p:cNvSpPr txBox="1"/>
          <p:nvPr/>
        </p:nvSpPr>
        <p:spPr>
          <a:xfrm>
            <a:off x="1496500" y="3290078"/>
            <a:ext cx="140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Machtbarriere / Force Shield</a:t>
            </a:r>
            <a:endParaRPr lang="de-DE" sz="800" dirty="0"/>
          </a:p>
        </p:txBody>
      </p:sp>
      <p:graphicFrame>
        <p:nvGraphicFramePr>
          <p:cNvPr id="71" name="Tabelle 70">
            <a:extLst>
              <a:ext uri="{FF2B5EF4-FFF2-40B4-BE49-F238E27FC236}">
                <a16:creationId xmlns:a16="http://schemas.microsoft.com/office/drawing/2014/main" id="{1F734622-304E-9EA7-D37A-194B1F611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289298"/>
              </p:ext>
            </p:extLst>
          </p:nvPr>
        </p:nvGraphicFramePr>
        <p:xfrm>
          <a:off x="2360396" y="2487693"/>
          <a:ext cx="864743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864743">
                  <a:extLst>
                    <a:ext uri="{9D8B030D-6E8A-4147-A177-3AD203B41FA5}">
                      <a16:colId xmlns:a16="http://schemas.microsoft.com/office/drawing/2014/main" val="202398686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</a:t>
                      </a:r>
                      <a:r>
                        <a:rPr lang="de-DE" sz="800" b="0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Crush</a:t>
                      </a:r>
                      <a:endParaRPr lang="de-DE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938148"/>
                  </a:ext>
                </a:extLst>
              </a:tr>
            </a:tbl>
          </a:graphicData>
        </a:graphic>
      </p:graphicFrame>
      <p:graphicFrame>
        <p:nvGraphicFramePr>
          <p:cNvPr id="72" name="Tabelle 71">
            <a:extLst>
              <a:ext uri="{FF2B5EF4-FFF2-40B4-BE49-F238E27FC236}">
                <a16:creationId xmlns:a16="http://schemas.microsoft.com/office/drawing/2014/main" id="{906DF16A-9C6B-1A45-4E4A-11EA28DFA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223947"/>
              </p:ext>
            </p:extLst>
          </p:nvPr>
        </p:nvGraphicFramePr>
        <p:xfrm>
          <a:off x="3008674" y="3314263"/>
          <a:ext cx="643201" cy="133287"/>
        </p:xfrm>
        <a:graphic>
          <a:graphicData uri="http://schemas.openxmlformats.org/drawingml/2006/table">
            <a:tbl>
              <a:tblPr firstRow="1" firstCol="1" bandRow="1"/>
              <a:tblGrid>
                <a:gridCol w="643201">
                  <a:extLst>
                    <a:ext uri="{9D8B030D-6E8A-4147-A177-3AD203B41FA5}">
                      <a16:colId xmlns:a16="http://schemas.microsoft.com/office/drawing/2014/main" val="1645113656"/>
                    </a:ext>
                  </a:extLst>
                </a:gridCol>
              </a:tblGrid>
              <a:tr h="13100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Orb</a:t>
                      </a:r>
                      <a:endParaRPr lang="de-DE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013851"/>
                  </a:ext>
                </a:extLst>
              </a:tr>
            </a:tbl>
          </a:graphicData>
        </a:graphic>
      </p:graphicFrame>
      <p:sp>
        <p:nvSpPr>
          <p:cNvPr id="73" name="Textfeld 72">
            <a:extLst>
              <a:ext uri="{FF2B5EF4-FFF2-40B4-BE49-F238E27FC236}">
                <a16:creationId xmlns:a16="http://schemas.microsoft.com/office/drawing/2014/main" id="{0B450CC3-B336-FD0A-9496-BBBB18F94E39}"/>
              </a:ext>
            </a:extLst>
          </p:cNvPr>
          <p:cNvSpPr txBox="1"/>
          <p:nvPr/>
        </p:nvSpPr>
        <p:spPr>
          <a:xfrm>
            <a:off x="3243330" y="2777089"/>
            <a:ext cx="7591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Machtstasis</a:t>
            </a:r>
            <a:endParaRPr lang="de-DE" sz="800" dirty="0"/>
          </a:p>
        </p:txBody>
      </p:sp>
      <p:graphicFrame>
        <p:nvGraphicFramePr>
          <p:cNvPr id="74" name="Tabelle 73">
            <a:extLst>
              <a:ext uri="{FF2B5EF4-FFF2-40B4-BE49-F238E27FC236}">
                <a16:creationId xmlns:a16="http://schemas.microsoft.com/office/drawing/2014/main" id="{FBF402AC-01D2-E02F-79DA-F5A108F23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373173"/>
              </p:ext>
            </p:extLst>
          </p:nvPr>
        </p:nvGraphicFramePr>
        <p:xfrm>
          <a:off x="2895669" y="4297855"/>
          <a:ext cx="1068919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1068919">
                  <a:extLst>
                    <a:ext uri="{9D8B030D-6E8A-4147-A177-3AD203B41FA5}">
                      <a16:colId xmlns:a16="http://schemas.microsoft.com/office/drawing/2014/main" val="285438131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Teleportation</a:t>
                      </a:r>
                      <a:endParaRPr lang="de-DE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162534"/>
                  </a:ext>
                </a:extLst>
              </a:tr>
            </a:tbl>
          </a:graphicData>
        </a:graphic>
      </p:graphicFrame>
      <p:graphicFrame>
        <p:nvGraphicFramePr>
          <p:cNvPr id="75" name="Tabelle 74">
            <a:extLst>
              <a:ext uri="{FF2B5EF4-FFF2-40B4-BE49-F238E27FC236}">
                <a16:creationId xmlns:a16="http://schemas.microsoft.com/office/drawing/2014/main" id="{42F29E4F-0576-2C77-109C-8F4F34518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915097"/>
              </p:ext>
            </p:extLst>
          </p:nvPr>
        </p:nvGraphicFramePr>
        <p:xfrm>
          <a:off x="2649191" y="4715639"/>
          <a:ext cx="825190" cy="190650"/>
        </p:xfrm>
        <a:graphic>
          <a:graphicData uri="http://schemas.openxmlformats.org/drawingml/2006/table">
            <a:tbl>
              <a:tblPr firstRow="1" firstCol="1" bandRow="1"/>
              <a:tblGrid>
                <a:gridCol w="825190">
                  <a:extLst>
                    <a:ext uri="{9D8B030D-6E8A-4147-A177-3AD203B41FA5}">
                      <a16:colId xmlns:a16="http://schemas.microsoft.com/office/drawing/2014/main" val="767181569"/>
                    </a:ext>
                  </a:extLst>
                </a:gridCol>
              </a:tblGrid>
              <a:tr h="1906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Travel</a:t>
                      </a:r>
                      <a:endParaRPr lang="de-DE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86517"/>
                  </a:ext>
                </a:extLst>
              </a:tr>
            </a:tbl>
          </a:graphicData>
        </a:graphic>
      </p:graphicFrame>
      <p:sp>
        <p:nvSpPr>
          <p:cNvPr id="76" name="Textfeld 75">
            <a:extLst>
              <a:ext uri="{FF2B5EF4-FFF2-40B4-BE49-F238E27FC236}">
                <a16:creationId xmlns:a16="http://schemas.microsoft.com/office/drawing/2014/main" id="{2FE3DECF-A037-BD65-32BC-975B601D7CAD}"/>
              </a:ext>
            </a:extLst>
          </p:cNvPr>
          <p:cNvSpPr txBox="1"/>
          <p:nvPr/>
        </p:nvSpPr>
        <p:spPr>
          <a:xfrm>
            <a:off x="3651875" y="4563872"/>
            <a:ext cx="8448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endParaRPr lang="de-DE" sz="800" dirty="0"/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A9AD1112-058F-BFF0-513C-AA91B11648DA}"/>
              </a:ext>
            </a:extLst>
          </p:cNvPr>
          <p:cNvSpPr txBox="1"/>
          <p:nvPr/>
        </p:nvSpPr>
        <p:spPr>
          <a:xfrm>
            <a:off x="1022009" y="4223050"/>
            <a:ext cx="13383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Flight</a:t>
            </a:r>
            <a:endParaRPr lang="de-DE" sz="800" dirty="0"/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DA3AD553-4D20-F973-7C67-728CA63B21CC}"/>
              </a:ext>
            </a:extLst>
          </p:cNvPr>
          <p:cNvSpPr txBox="1"/>
          <p:nvPr/>
        </p:nvSpPr>
        <p:spPr>
          <a:xfrm>
            <a:off x="1980014" y="3924288"/>
            <a:ext cx="15786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Machtsprung</a:t>
            </a:r>
            <a:endParaRPr lang="de-DE" sz="800" dirty="0"/>
          </a:p>
        </p:txBody>
      </p:sp>
      <p:graphicFrame>
        <p:nvGraphicFramePr>
          <p:cNvPr id="79" name="Tabelle 78">
            <a:extLst>
              <a:ext uri="{FF2B5EF4-FFF2-40B4-BE49-F238E27FC236}">
                <a16:creationId xmlns:a16="http://schemas.microsoft.com/office/drawing/2014/main" id="{1B7574E9-3D39-8D0B-161E-804944B6B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831598"/>
              </p:ext>
            </p:extLst>
          </p:nvPr>
        </p:nvGraphicFramePr>
        <p:xfrm>
          <a:off x="2924527" y="3740284"/>
          <a:ext cx="1193133" cy="133287"/>
        </p:xfrm>
        <a:graphic>
          <a:graphicData uri="http://schemas.openxmlformats.org/drawingml/2006/table">
            <a:tbl>
              <a:tblPr firstRow="1" firstCol="1" bandRow="1"/>
              <a:tblGrid>
                <a:gridCol w="1193133">
                  <a:extLst>
                    <a:ext uri="{9D8B030D-6E8A-4147-A177-3AD203B41FA5}">
                      <a16:colId xmlns:a16="http://schemas.microsoft.com/office/drawing/2014/main" val="2814556906"/>
                    </a:ext>
                  </a:extLst>
                </a:gridCol>
              </a:tblGrid>
              <a:tr h="97024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Sprung abfedern</a:t>
                      </a:r>
                      <a:endParaRPr lang="de-DE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609106"/>
                  </a:ext>
                </a:extLst>
              </a:tr>
            </a:tbl>
          </a:graphicData>
        </a:graphic>
      </p:graphicFrame>
      <p:sp>
        <p:nvSpPr>
          <p:cNvPr id="80" name="Textfeld 79">
            <a:extLst>
              <a:ext uri="{FF2B5EF4-FFF2-40B4-BE49-F238E27FC236}">
                <a16:creationId xmlns:a16="http://schemas.microsoft.com/office/drawing/2014/main" id="{FB92E4BD-900F-589B-E2CB-A2AE2CABBC86}"/>
              </a:ext>
            </a:extLst>
          </p:cNvPr>
          <p:cNvSpPr txBox="1"/>
          <p:nvPr/>
        </p:nvSpPr>
        <p:spPr>
          <a:xfrm>
            <a:off x="3792353" y="4147844"/>
            <a:ext cx="192052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Speed</a:t>
            </a:r>
            <a:endParaRPr lang="de-DE" sz="800" dirty="0"/>
          </a:p>
        </p:txBody>
      </p:sp>
      <p:graphicFrame>
        <p:nvGraphicFramePr>
          <p:cNvPr id="82" name="Tabelle 81">
            <a:extLst>
              <a:ext uri="{FF2B5EF4-FFF2-40B4-BE49-F238E27FC236}">
                <a16:creationId xmlns:a16="http://schemas.microsoft.com/office/drawing/2014/main" id="{6FD2A4CE-0906-F3CA-AF7A-3B767F27E8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525659"/>
              </p:ext>
            </p:extLst>
          </p:nvPr>
        </p:nvGraphicFramePr>
        <p:xfrm>
          <a:off x="4624806" y="4581824"/>
          <a:ext cx="1158892" cy="333233"/>
        </p:xfrm>
        <a:graphic>
          <a:graphicData uri="http://schemas.openxmlformats.org/drawingml/2006/table">
            <a:tbl>
              <a:tblPr firstRow="1" firstCol="1" bandRow="1"/>
              <a:tblGrid>
                <a:gridCol w="1054366">
                  <a:extLst>
                    <a:ext uri="{9D8B030D-6E8A-4147-A177-3AD203B41FA5}">
                      <a16:colId xmlns:a16="http://schemas.microsoft.com/office/drawing/2014/main" val="1970658115"/>
                    </a:ext>
                  </a:extLst>
                </a:gridCol>
                <a:gridCol w="104526">
                  <a:extLst>
                    <a:ext uri="{9D8B030D-6E8A-4147-A177-3AD203B41FA5}">
                      <a16:colId xmlns:a16="http://schemas.microsoft.com/office/drawing/2014/main" val="738182610"/>
                    </a:ext>
                  </a:extLst>
                </a:gridCol>
              </a:tblGrid>
              <a:tr h="133335">
                <a:tc gridSpan="2"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Machtheilung</a:t>
                      </a:r>
                      <a:endParaRPr lang="de-DE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85371"/>
                  </a:ext>
                </a:extLst>
              </a:tr>
              <a:tr h="1124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919275"/>
                  </a:ext>
                </a:extLst>
              </a:tr>
            </a:tbl>
          </a:graphicData>
        </a:graphic>
      </p:graphicFrame>
      <p:graphicFrame>
        <p:nvGraphicFramePr>
          <p:cNvPr id="83" name="Tabelle 82">
            <a:extLst>
              <a:ext uri="{FF2B5EF4-FFF2-40B4-BE49-F238E27FC236}">
                <a16:creationId xmlns:a16="http://schemas.microsoft.com/office/drawing/2014/main" id="{C0D000B1-E482-58D1-AE63-27EA193A5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159066"/>
              </p:ext>
            </p:extLst>
          </p:nvPr>
        </p:nvGraphicFramePr>
        <p:xfrm>
          <a:off x="3669088" y="5865571"/>
          <a:ext cx="981424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981424">
                  <a:extLst>
                    <a:ext uri="{9D8B030D-6E8A-4147-A177-3AD203B41FA5}">
                      <a16:colId xmlns:a16="http://schemas.microsoft.com/office/drawing/2014/main" val="361223279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</a:t>
                      </a:r>
                      <a:r>
                        <a:rPr lang="de-DE" sz="800" b="0" kern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Plague</a:t>
                      </a:r>
                      <a:endParaRPr lang="de-DE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370253"/>
                  </a:ext>
                </a:extLst>
              </a:tr>
            </a:tbl>
          </a:graphicData>
        </a:graphic>
      </p:graphicFrame>
      <p:sp>
        <p:nvSpPr>
          <p:cNvPr id="84" name="Textfeld 83">
            <a:extLst>
              <a:ext uri="{FF2B5EF4-FFF2-40B4-BE49-F238E27FC236}">
                <a16:creationId xmlns:a16="http://schemas.microsoft.com/office/drawing/2014/main" id="{339891D3-D425-F885-9AB3-191AE2BEC18D}"/>
              </a:ext>
            </a:extLst>
          </p:cNvPr>
          <p:cNvSpPr txBox="1"/>
          <p:nvPr/>
        </p:nvSpPr>
        <p:spPr>
          <a:xfrm>
            <a:off x="4424880" y="5021220"/>
            <a:ext cx="119160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</a:t>
            </a:r>
            <a:r>
              <a:rPr lang="de-DE" sz="800" kern="0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Morichro</a:t>
            </a:r>
            <a:endParaRPr lang="de-DE" sz="800" dirty="0"/>
          </a:p>
        </p:txBody>
      </p:sp>
      <p:graphicFrame>
        <p:nvGraphicFramePr>
          <p:cNvPr id="85" name="Tabelle 84">
            <a:extLst>
              <a:ext uri="{FF2B5EF4-FFF2-40B4-BE49-F238E27FC236}">
                <a16:creationId xmlns:a16="http://schemas.microsoft.com/office/drawing/2014/main" id="{B1D90AC9-6036-4BA6-6659-CAB681296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35370"/>
              </p:ext>
            </p:extLst>
          </p:nvPr>
        </p:nvGraphicFramePr>
        <p:xfrm>
          <a:off x="4105321" y="5408223"/>
          <a:ext cx="782780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782780">
                  <a:extLst>
                    <a:ext uri="{9D8B030D-6E8A-4147-A177-3AD203B41FA5}">
                      <a16:colId xmlns:a16="http://schemas.microsoft.com/office/drawing/2014/main" val="158531554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Drain</a:t>
                      </a:r>
                      <a:endParaRPr lang="de-DE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496269"/>
                  </a:ext>
                </a:extLst>
              </a:tr>
            </a:tbl>
          </a:graphicData>
        </a:graphic>
      </p:graphicFrame>
      <p:sp>
        <p:nvSpPr>
          <p:cNvPr id="86" name="Textfeld 85">
            <a:extLst>
              <a:ext uri="{FF2B5EF4-FFF2-40B4-BE49-F238E27FC236}">
                <a16:creationId xmlns:a16="http://schemas.microsoft.com/office/drawing/2014/main" id="{43B690AF-27F8-3191-89AE-1E074AC4C73A}"/>
              </a:ext>
            </a:extLst>
          </p:cNvPr>
          <p:cNvSpPr txBox="1"/>
          <p:nvPr/>
        </p:nvSpPr>
        <p:spPr>
          <a:xfrm>
            <a:off x="4904396" y="4156995"/>
            <a:ext cx="12131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Machtabsorption</a:t>
            </a:r>
            <a:endParaRPr lang="de-DE" sz="800" dirty="0"/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6E42D052-530D-D2E8-ACE0-2D7659D7C37B}"/>
              </a:ext>
            </a:extLst>
          </p:cNvPr>
          <p:cNvSpPr txBox="1"/>
          <p:nvPr/>
        </p:nvSpPr>
        <p:spPr>
          <a:xfrm>
            <a:off x="7128511" y="2579768"/>
            <a:ext cx="7943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</a:t>
            </a:r>
            <a:r>
              <a:rPr lang="de-DE" sz="800" kern="0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Endure</a:t>
            </a:r>
            <a:endParaRPr lang="de-DE" sz="800" dirty="0"/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56473DD3-D20A-E8DC-2E52-00286BFAE8A2}"/>
              </a:ext>
            </a:extLst>
          </p:cNvPr>
          <p:cNvSpPr txBox="1"/>
          <p:nvPr/>
        </p:nvSpPr>
        <p:spPr>
          <a:xfrm>
            <a:off x="7999207" y="2356580"/>
            <a:ext cx="8864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Rage</a:t>
            </a:r>
            <a:endParaRPr lang="de-DE" sz="800" dirty="0"/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348423A3-4C28-9FD1-D690-E7C9454BF8E9}"/>
              </a:ext>
            </a:extLst>
          </p:cNvPr>
          <p:cNvSpPr txBox="1"/>
          <p:nvPr/>
        </p:nvSpPr>
        <p:spPr>
          <a:xfrm>
            <a:off x="7895493" y="1424754"/>
            <a:ext cx="7591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Bodiarmor</a:t>
            </a:r>
            <a:endParaRPr lang="de-DE" sz="800" dirty="0"/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9CD0FF3B-1B05-1A77-C779-2061BFA09F24}"/>
              </a:ext>
            </a:extLst>
          </p:cNvPr>
          <p:cNvSpPr txBox="1"/>
          <p:nvPr/>
        </p:nvSpPr>
        <p:spPr>
          <a:xfrm>
            <a:off x="8168345" y="923219"/>
            <a:ext cx="10015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Weapon</a:t>
            </a:r>
            <a:endParaRPr lang="de-DE" sz="800" dirty="0"/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73621B3D-9473-F41C-B842-FBA39A28955D}"/>
              </a:ext>
            </a:extLst>
          </p:cNvPr>
          <p:cNvSpPr txBox="1"/>
          <p:nvPr/>
        </p:nvSpPr>
        <p:spPr>
          <a:xfrm>
            <a:off x="9163775" y="2502792"/>
            <a:ext cx="10015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Scream</a:t>
            </a:r>
            <a:endParaRPr lang="de-DE" sz="800" dirty="0"/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005C739F-FA28-30ED-DA97-5C9A1B7B2015}"/>
              </a:ext>
            </a:extLst>
          </p:cNvPr>
          <p:cNvSpPr txBox="1"/>
          <p:nvPr/>
        </p:nvSpPr>
        <p:spPr>
          <a:xfrm>
            <a:off x="9977336" y="2290405"/>
            <a:ext cx="68574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Dark Aura</a:t>
            </a:r>
            <a:endParaRPr lang="de-DE" sz="800" dirty="0"/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D95128A0-EB34-B905-46AA-24FDEA56E3CC}"/>
              </a:ext>
            </a:extLst>
          </p:cNvPr>
          <p:cNvSpPr txBox="1"/>
          <p:nvPr/>
        </p:nvSpPr>
        <p:spPr>
          <a:xfrm>
            <a:off x="10622076" y="1986950"/>
            <a:ext cx="9600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Deadly</a:t>
            </a:r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800" kern="0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Sight</a:t>
            </a:r>
            <a:endParaRPr lang="de-DE" sz="800" dirty="0"/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2EF500A7-E49E-2449-9CBA-EAFC0B188983}"/>
              </a:ext>
            </a:extLst>
          </p:cNvPr>
          <p:cNvSpPr txBox="1"/>
          <p:nvPr/>
        </p:nvSpPr>
        <p:spPr>
          <a:xfrm>
            <a:off x="11040553" y="1572353"/>
            <a:ext cx="12436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</a:t>
            </a:r>
            <a:r>
              <a:rPr lang="de-DE" sz="800" kern="0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Destruction</a:t>
            </a:r>
            <a:endParaRPr lang="de-DE" sz="800" dirty="0"/>
          </a:p>
        </p:txBody>
      </p:sp>
      <p:sp>
        <p:nvSpPr>
          <p:cNvPr id="105" name="Textfeld 104">
            <a:extLst>
              <a:ext uri="{FF2B5EF4-FFF2-40B4-BE49-F238E27FC236}">
                <a16:creationId xmlns:a16="http://schemas.microsoft.com/office/drawing/2014/main" id="{A0172B75-D854-0F65-02A5-3AAFC92B2133}"/>
              </a:ext>
            </a:extLst>
          </p:cNvPr>
          <p:cNvSpPr txBox="1"/>
          <p:nvPr/>
        </p:nvSpPr>
        <p:spPr>
          <a:xfrm>
            <a:off x="7272050" y="3244594"/>
            <a:ext cx="12468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Machtverstecken</a:t>
            </a:r>
            <a:endParaRPr lang="de-DE" sz="800" dirty="0"/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B480ACC7-AB28-033C-E1BA-EE95790B963D}"/>
              </a:ext>
            </a:extLst>
          </p:cNvPr>
          <p:cNvSpPr txBox="1"/>
          <p:nvPr/>
        </p:nvSpPr>
        <p:spPr>
          <a:xfrm>
            <a:off x="8234467" y="3343299"/>
            <a:ext cx="8864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</a:t>
            </a:r>
            <a:r>
              <a:rPr lang="de-DE" sz="800" kern="0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Cloak</a:t>
            </a:r>
            <a:endParaRPr lang="de-DE" sz="800" dirty="0"/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0C25E41A-B219-6322-F80F-B21C45674AD0}"/>
              </a:ext>
            </a:extLst>
          </p:cNvPr>
          <p:cNvSpPr txBox="1"/>
          <p:nvPr/>
        </p:nvSpPr>
        <p:spPr>
          <a:xfrm>
            <a:off x="8961132" y="3544578"/>
            <a:ext cx="98922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Essensübertragung</a:t>
            </a:r>
            <a:endParaRPr lang="de-DE" sz="800" dirty="0"/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536110EE-985C-1649-F697-A6A2DE291B60}"/>
              </a:ext>
            </a:extLst>
          </p:cNvPr>
          <p:cNvSpPr txBox="1"/>
          <p:nvPr/>
        </p:nvSpPr>
        <p:spPr>
          <a:xfrm>
            <a:off x="7122599" y="3566364"/>
            <a:ext cx="906921" cy="223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Metamorphosis</a:t>
            </a:r>
            <a:endParaRPr lang="de-DE" sz="800" dirty="0"/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54395323-06E6-A166-9752-5F0B81D8A308}"/>
              </a:ext>
            </a:extLst>
          </p:cNvPr>
          <p:cNvSpPr txBox="1"/>
          <p:nvPr/>
        </p:nvSpPr>
        <p:spPr>
          <a:xfrm>
            <a:off x="7973868" y="3839389"/>
            <a:ext cx="9370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Sith Alchemie</a:t>
            </a:r>
            <a:endParaRPr lang="de-DE" sz="800" dirty="0"/>
          </a:p>
        </p:txBody>
      </p:sp>
      <p:sp>
        <p:nvSpPr>
          <p:cNvPr id="115" name="Textfeld 114">
            <a:extLst>
              <a:ext uri="{FF2B5EF4-FFF2-40B4-BE49-F238E27FC236}">
                <a16:creationId xmlns:a16="http://schemas.microsoft.com/office/drawing/2014/main" id="{A60B7577-9F5C-500A-2B5C-CFC719DD5F51}"/>
              </a:ext>
            </a:extLst>
          </p:cNvPr>
          <p:cNvSpPr txBox="1"/>
          <p:nvPr/>
        </p:nvSpPr>
        <p:spPr>
          <a:xfrm>
            <a:off x="8910965" y="4082411"/>
            <a:ext cx="8337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EE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Art </a:t>
            </a:r>
            <a:r>
              <a:rPr lang="de-DE" sz="800" kern="0" dirty="0" err="1">
                <a:solidFill>
                  <a:srgbClr val="EE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de-DE" sz="800" kern="0" dirty="0">
                <a:solidFill>
                  <a:srgbClr val="EE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800" kern="0" dirty="0" err="1">
                <a:solidFill>
                  <a:srgbClr val="EE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sz="800" kern="0" dirty="0">
                <a:solidFill>
                  <a:srgbClr val="EE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Small</a:t>
            </a:r>
            <a:endParaRPr lang="de-DE" sz="800" dirty="0"/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4759BAB2-B680-DCE7-79D0-110E287FD15E}"/>
              </a:ext>
            </a:extLst>
          </p:cNvPr>
          <p:cNvSpPr txBox="1"/>
          <p:nvPr/>
        </p:nvSpPr>
        <p:spPr>
          <a:xfrm>
            <a:off x="6295870" y="3966060"/>
            <a:ext cx="9435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</a:t>
            </a:r>
            <a:r>
              <a:rPr lang="de-DE" sz="800" kern="0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Blinding</a:t>
            </a:r>
            <a:endParaRPr lang="de-DE" sz="800" dirty="0"/>
          </a:p>
        </p:txBody>
      </p:sp>
      <p:sp>
        <p:nvSpPr>
          <p:cNvPr id="119" name="Textfeld 118">
            <a:extLst>
              <a:ext uri="{FF2B5EF4-FFF2-40B4-BE49-F238E27FC236}">
                <a16:creationId xmlns:a16="http://schemas.microsoft.com/office/drawing/2014/main" id="{D94CDB9E-03D3-E78B-2825-B9C780EFE851}"/>
              </a:ext>
            </a:extLst>
          </p:cNvPr>
          <p:cNvSpPr txBox="1"/>
          <p:nvPr/>
        </p:nvSpPr>
        <p:spPr>
          <a:xfrm>
            <a:off x="6088080" y="4584381"/>
            <a:ext cx="7591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Pyrokinesis</a:t>
            </a:r>
            <a:endParaRPr lang="de-DE" sz="800" dirty="0"/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15DED29F-928F-2EBF-0052-9C647972DB81}"/>
              </a:ext>
            </a:extLst>
          </p:cNvPr>
          <p:cNvSpPr txBox="1"/>
          <p:nvPr/>
        </p:nvSpPr>
        <p:spPr>
          <a:xfrm>
            <a:off x="6062422" y="5280498"/>
            <a:ext cx="10015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Elemental</a:t>
            </a:r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Control</a:t>
            </a:r>
            <a:endParaRPr lang="de-DE" sz="800" dirty="0"/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6001A0AC-3FC8-9B24-CE56-4AFD8EDD8662}"/>
              </a:ext>
            </a:extLst>
          </p:cNvPr>
          <p:cNvSpPr txBox="1"/>
          <p:nvPr/>
        </p:nvSpPr>
        <p:spPr>
          <a:xfrm>
            <a:off x="7063988" y="4581824"/>
            <a:ext cx="8864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Plant Search</a:t>
            </a:r>
            <a:endParaRPr lang="de-DE" sz="800" dirty="0"/>
          </a:p>
        </p:txBody>
      </p:sp>
      <p:sp>
        <p:nvSpPr>
          <p:cNvPr id="127" name="Textfeld 126">
            <a:extLst>
              <a:ext uri="{FF2B5EF4-FFF2-40B4-BE49-F238E27FC236}">
                <a16:creationId xmlns:a16="http://schemas.microsoft.com/office/drawing/2014/main" id="{6868317F-2875-9770-44FF-A166292C5E5F}"/>
              </a:ext>
            </a:extLst>
          </p:cNvPr>
          <p:cNvSpPr txBox="1"/>
          <p:nvPr/>
        </p:nvSpPr>
        <p:spPr>
          <a:xfrm>
            <a:off x="7203748" y="5271935"/>
            <a:ext cx="9537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EE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Alter Environment</a:t>
            </a:r>
            <a:endParaRPr lang="de-DE" sz="800" dirty="0"/>
          </a:p>
        </p:txBody>
      </p:sp>
      <p:sp>
        <p:nvSpPr>
          <p:cNvPr id="129" name="Textfeld 128">
            <a:extLst>
              <a:ext uri="{FF2B5EF4-FFF2-40B4-BE49-F238E27FC236}">
                <a16:creationId xmlns:a16="http://schemas.microsoft.com/office/drawing/2014/main" id="{7CAA6E5D-F164-69F9-3D45-302B6945F5EA}"/>
              </a:ext>
            </a:extLst>
          </p:cNvPr>
          <p:cNvSpPr txBox="1"/>
          <p:nvPr/>
        </p:nvSpPr>
        <p:spPr>
          <a:xfrm>
            <a:off x="8116134" y="4563055"/>
            <a:ext cx="989226" cy="214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Machtblitze</a:t>
            </a:r>
            <a:endParaRPr lang="de-DE" sz="800" dirty="0"/>
          </a:p>
        </p:txBody>
      </p:sp>
      <p:sp>
        <p:nvSpPr>
          <p:cNvPr id="131" name="Textfeld 130">
            <a:extLst>
              <a:ext uri="{FF2B5EF4-FFF2-40B4-BE49-F238E27FC236}">
                <a16:creationId xmlns:a16="http://schemas.microsoft.com/office/drawing/2014/main" id="{310E5F9F-780C-5ACA-D333-82524A41E167}"/>
              </a:ext>
            </a:extLst>
          </p:cNvPr>
          <p:cNvSpPr txBox="1"/>
          <p:nvPr/>
        </p:nvSpPr>
        <p:spPr>
          <a:xfrm>
            <a:off x="8669128" y="5228531"/>
            <a:ext cx="68574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EE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Storm</a:t>
            </a:r>
            <a:endParaRPr lang="de-DE" sz="80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C6AC64D-AB0D-6F5F-E00E-D13718883505}"/>
              </a:ext>
            </a:extLst>
          </p:cNvPr>
          <p:cNvSpPr txBox="1"/>
          <p:nvPr/>
        </p:nvSpPr>
        <p:spPr>
          <a:xfrm>
            <a:off x="4201147" y="3176617"/>
            <a:ext cx="826290" cy="22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140335" algn="ctr">
              <a:lnSpc>
                <a:spcPct val="115000"/>
              </a:lnSpc>
              <a:spcAft>
                <a:spcPts val="800"/>
              </a:spcAft>
            </a:pPr>
            <a:r>
              <a:rPr lang="de-DE" sz="800" kern="0" dirty="0">
                <a:solidFill>
                  <a:srgbClr val="000000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Telekinese</a:t>
            </a:r>
          </a:p>
        </p:txBody>
      </p:sp>
    </p:spTree>
    <p:extLst>
      <p:ext uri="{BB962C8B-B14F-4D97-AF65-F5344CB8AC3E}">
        <p14:creationId xmlns:p14="http://schemas.microsoft.com/office/powerpoint/2010/main" val="2232516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AEC77-1D33-8A9C-AA27-8211FFD3E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541301B-6AEA-04BA-EA94-ACFBF8C726D1}"/>
              </a:ext>
            </a:extLst>
          </p:cNvPr>
          <p:cNvSpPr txBox="1"/>
          <p:nvPr/>
        </p:nvSpPr>
        <p:spPr>
          <a:xfrm>
            <a:off x="5367131" y="2955234"/>
            <a:ext cx="1214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Die Macht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FD3E92E3-9CC1-10D5-EECF-4E345C186D3E}"/>
              </a:ext>
            </a:extLst>
          </p:cNvPr>
          <p:cNvSpPr/>
          <p:nvPr/>
        </p:nvSpPr>
        <p:spPr>
          <a:xfrm>
            <a:off x="4920974" y="2564295"/>
            <a:ext cx="2107096" cy="11512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27D144C-89F6-4008-5E86-2ED5CCF31B6A}"/>
              </a:ext>
            </a:extLst>
          </p:cNvPr>
          <p:cNvSpPr txBox="1"/>
          <p:nvPr/>
        </p:nvSpPr>
        <p:spPr>
          <a:xfrm>
            <a:off x="5274104" y="29633"/>
            <a:ext cx="23748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1" u="sng" dirty="0"/>
              <a:t>Wahrnehmung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AC7F8C1-94FC-5F4C-1A36-D0022418EAC8}"/>
              </a:ext>
            </a:extLst>
          </p:cNvPr>
          <p:cNvSpPr txBox="1"/>
          <p:nvPr/>
        </p:nvSpPr>
        <p:spPr>
          <a:xfrm>
            <a:off x="1035015" y="-15319"/>
            <a:ext cx="18616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1" u="sng" dirty="0"/>
              <a:t>Kommunikation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B097539-7F50-698E-3185-090EADE18403}"/>
              </a:ext>
            </a:extLst>
          </p:cNvPr>
          <p:cNvSpPr txBox="1"/>
          <p:nvPr/>
        </p:nvSpPr>
        <p:spPr>
          <a:xfrm>
            <a:off x="425632" y="2154614"/>
            <a:ext cx="18024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1" u="sng" dirty="0"/>
              <a:t>Telekinese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49FA461-EEA3-1A66-5DCB-A3C0EAB52514}"/>
              </a:ext>
            </a:extLst>
          </p:cNvPr>
          <p:cNvSpPr txBox="1"/>
          <p:nvPr/>
        </p:nvSpPr>
        <p:spPr>
          <a:xfrm>
            <a:off x="126849" y="3800516"/>
            <a:ext cx="21445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1" u="sng" dirty="0"/>
              <a:t>Bewegung und Verstärkung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4D9BB68-0EBE-0F8D-3A10-01274DFE5264}"/>
              </a:ext>
            </a:extLst>
          </p:cNvPr>
          <p:cNvSpPr txBox="1"/>
          <p:nvPr/>
        </p:nvSpPr>
        <p:spPr>
          <a:xfrm>
            <a:off x="2649191" y="6405674"/>
            <a:ext cx="16511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b="1" u="sng" dirty="0"/>
              <a:t>Lebensenergie &amp; Medizin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430F441-5F2C-CE91-3244-02B200DFFB08}"/>
              </a:ext>
            </a:extLst>
          </p:cNvPr>
          <p:cNvSpPr txBox="1"/>
          <p:nvPr/>
        </p:nvSpPr>
        <p:spPr>
          <a:xfrm>
            <a:off x="11295451" y="4531616"/>
            <a:ext cx="8965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8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Transformation &amp; Täuschung </a:t>
            </a:r>
            <a:endParaRPr lang="de-DE" sz="800" b="1" u="sng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C32469E-A217-FE57-BB0E-0E5598A0A09A}"/>
              </a:ext>
            </a:extLst>
          </p:cNvPr>
          <p:cNvSpPr txBox="1"/>
          <p:nvPr/>
        </p:nvSpPr>
        <p:spPr>
          <a:xfrm>
            <a:off x="7544228" y="6513396"/>
            <a:ext cx="216265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b="1" u="sng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Energiemanipulation &amp; Elemente</a:t>
            </a:r>
            <a:endParaRPr lang="de-DE" sz="800" b="1" u="sng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F3EE0BD-C82A-2EBF-E5E1-F0CC83B1B1A2}"/>
              </a:ext>
            </a:extLst>
          </p:cNvPr>
          <p:cNvSpPr txBox="1"/>
          <p:nvPr/>
        </p:nvSpPr>
        <p:spPr>
          <a:xfrm>
            <a:off x="11102098" y="204067"/>
            <a:ext cx="13798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b="1" u="sng" dirty="0"/>
              <a:t>Willenskraft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018F4FA-3AAA-B527-2CA3-39AB5D4A8167}"/>
              </a:ext>
            </a:extLst>
          </p:cNvPr>
          <p:cNvSpPr txBox="1"/>
          <p:nvPr/>
        </p:nvSpPr>
        <p:spPr>
          <a:xfrm>
            <a:off x="4209869" y="1143885"/>
            <a:ext cx="16111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Präkognition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860FF6D-861E-CDCD-5726-0B441C114EBD}"/>
              </a:ext>
            </a:extLst>
          </p:cNvPr>
          <p:cNvSpPr txBox="1"/>
          <p:nvPr/>
        </p:nvSpPr>
        <p:spPr>
          <a:xfrm>
            <a:off x="4220342" y="840694"/>
            <a:ext cx="16006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 err="1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Shatter</a:t>
            </a:r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Point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DDACF6C-662C-E2AE-7525-30F574ED265B}"/>
              </a:ext>
            </a:extLst>
          </p:cNvPr>
          <p:cNvSpPr txBox="1"/>
          <p:nvPr/>
        </p:nvSpPr>
        <p:spPr>
          <a:xfrm>
            <a:off x="4220342" y="581377"/>
            <a:ext cx="9759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 err="1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Mechu-Deru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DFE548D-F148-4F1E-1B78-B737F53ACBCD}"/>
              </a:ext>
            </a:extLst>
          </p:cNvPr>
          <p:cNvSpPr txBox="1"/>
          <p:nvPr/>
        </p:nvSpPr>
        <p:spPr>
          <a:xfrm>
            <a:off x="5200275" y="1143885"/>
            <a:ext cx="14263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 Sicht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EF1C42AB-E539-BCAD-8272-E37999EFBF7F}"/>
              </a:ext>
            </a:extLst>
          </p:cNvPr>
          <p:cNvSpPr txBox="1"/>
          <p:nvPr/>
        </p:nvSpPr>
        <p:spPr>
          <a:xfrm>
            <a:off x="5174130" y="822272"/>
            <a:ext cx="12881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Machtgehör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335E5ED0-E721-9092-9DDF-3C67931D973E}"/>
              </a:ext>
            </a:extLst>
          </p:cNvPr>
          <p:cNvSpPr txBox="1"/>
          <p:nvPr/>
        </p:nvSpPr>
        <p:spPr>
          <a:xfrm>
            <a:off x="5232785" y="600384"/>
            <a:ext cx="10909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Machtsinn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43A92A90-C3C9-A7B0-742A-073277558605}"/>
              </a:ext>
            </a:extLst>
          </p:cNvPr>
          <p:cNvSpPr txBox="1"/>
          <p:nvPr/>
        </p:nvSpPr>
        <p:spPr>
          <a:xfrm>
            <a:off x="5174130" y="331856"/>
            <a:ext cx="8555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 err="1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Wayfinding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C18C464E-9ECB-F557-3179-5E828B66BE5F}"/>
              </a:ext>
            </a:extLst>
          </p:cNvPr>
          <p:cNvSpPr txBox="1"/>
          <p:nvPr/>
        </p:nvSpPr>
        <p:spPr>
          <a:xfrm>
            <a:off x="6339362" y="1125463"/>
            <a:ext cx="157829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Machtvisionen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8B1FBA-626E-C221-70D1-7747652A05A7}"/>
              </a:ext>
            </a:extLst>
          </p:cNvPr>
          <p:cNvSpPr txBox="1"/>
          <p:nvPr/>
        </p:nvSpPr>
        <p:spPr>
          <a:xfrm>
            <a:off x="6339362" y="869040"/>
            <a:ext cx="9431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Psychometrie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3CB53D0A-AF68-96BE-4173-CCB4EDC97CDF}"/>
              </a:ext>
            </a:extLst>
          </p:cNvPr>
          <p:cNvSpPr txBox="1"/>
          <p:nvPr/>
        </p:nvSpPr>
        <p:spPr>
          <a:xfrm>
            <a:off x="6321545" y="581377"/>
            <a:ext cx="9714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Flow Walking</a:t>
            </a:r>
            <a:endParaRPr lang="de-DE" sz="800" dirty="0">
              <a:solidFill>
                <a:srgbClr val="FF0000"/>
              </a:solidFill>
            </a:endParaRPr>
          </a:p>
        </p:txBody>
      </p: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453AC419-F04F-48C8-ABB5-310A079A2A72}"/>
              </a:ext>
            </a:extLst>
          </p:cNvPr>
          <p:cNvCxnSpPr>
            <a:endCxn id="3" idx="1"/>
          </p:cNvCxnSpPr>
          <p:nvPr/>
        </p:nvCxnSpPr>
        <p:spPr>
          <a:xfrm>
            <a:off x="3208613" y="0"/>
            <a:ext cx="2020938" cy="2732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DE2A20C6-EC6F-F7B5-76D8-2141741B788B}"/>
              </a:ext>
            </a:extLst>
          </p:cNvPr>
          <p:cNvCxnSpPr>
            <a:cxnSpLocks/>
            <a:endCxn id="3" idx="7"/>
          </p:cNvCxnSpPr>
          <p:nvPr/>
        </p:nvCxnSpPr>
        <p:spPr>
          <a:xfrm flipH="1">
            <a:off x="6719493" y="29633"/>
            <a:ext cx="1553911" cy="27032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889F620E-A042-45AB-CF1F-217F3B53261B}"/>
              </a:ext>
            </a:extLst>
          </p:cNvPr>
          <p:cNvCxnSpPr>
            <a:stCxn id="3" idx="2"/>
          </p:cNvCxnSpPr>
          <p:nvPr/>
        </p:nvCxnSpPr>
        <p:spPr>
          <a:xfrm flipH="1" flipV="1">
            <a:off x="0" y="600384"/>
            <a:ext cx="4920974" cy="25395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E7C06D9D-18E0-5D21-1D50-760F3EDF9F5A}"/>
              </a:ext>
            </a:extLst>
          </p:cNvPr>
          <p:cNvCxnSpPr>
            <a:stCxn id="3" idx="3"/>
          </p:cNvCxnSpPr>
          <p:nvPr/>
        </p:nvCxnSpPr>
        <p:spPr>
          <a:xfrm flipH="1" flipV="1">
            <a:off x="0" y="3542616"/>
            <a:ext cx="5229551" cy="42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54DFAB56-A8F9-106E-E737-7FF5168B42D7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5974522" y="3715504"/>
            <a:ext cx="0" cy="31128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37343B78-269A-F9E8-8282-F2D275227AEB}"/>
              </a:ext>
            </a:extLst>
          </p:cNvPr>
          <p:cNvCxnSpPr>
            <a:cxnSpLocks/>
            <a:stCxn id="3" idx="5"/>
          </p:cNvCxnSpPr>
          <p:nvPr/>
        </p:nvCxnSpPr>
        <p:spPr>
          <a:xfrm>
            <a:off x="6719493" y="3546913"/>
            <a:ext cx="5472507" cy="25781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ABA5D7F0-302D-0B1B-0CB7-80B6308DAA2E}"/>
              </a:ext>
            </a:extLst>
          </p:cNvPr>
          <p:cNvCxnSpPr>
            <a:cxnSpLocks/>
            <a:stCxn id="3" idx="6"/>
          </p:cNvCxnSpPr>
          <p:nvPr/>
        </p:nvCxnSpPr>
        <p:spPr>
          <a:xfrm>
            <a:off x="7028070" y="3139900"/>
            <a:ext cx="5163930" cy="4027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60AC227D-6943-A2BD-5EAB-9CC45C166A0F}"/>
              </a:ext>
            </a:extLst>
          </p:cNvPr>
          <p:cNvCxnSpPr>
            <a:cxnSpLocks/>
          </p:cNvCxnSpPr>
          <p:nvPr/>
        </p:nvCxnSpPr>
        <p:spPr>
          <a:xfrm flipH="1">
            <a:off x="1349288" y="3663120"/>
            <a:ext cx="4198072" cy="31652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Tabelle 55">
            <a:extLst>
              <a:ext uri="{FF2B5EF4-FFF2-40B4-BE49-F238E27FC236}">
                <a16:creationId xmlns:a16="http://schemas.microsoft.com/office/drawing/2014/main" id="{DEE758FF-5375-F173-1135-550F267E8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888198"/>
              </p:ext>
            </p:extLst>
          </p:nvPr>
        </p:nvGraphicFramePr>
        <p:xfrm>
          <a:off x="2986477" y="1991797"/>
          <a:ext cx="1510234" cy="133287"/>
        </p:xfrm>
        <a:graphic>
          <a:graphicData uri="http://schemas.openxmlformats.org/drawingml/2006/table">
            <a:tbl>
              <a:tblPr firstRow="1" firstCol="1" bandRow="1"/>
              <a:tblGrid>
                <a:gridCol w="1510234">
                  <a:extLst>
                    <a:ext uri="{9D8B030D-6E8A-4147-A177-3AD203B41FA5}">
                      <a16:colId xmlns:a16="http://schemas.microsoft.com/office/drawing/2014/main" val="29929110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Machtverbindung / Force Bond</a:t>
                      </a:r>
                      <a:endParaRPr lang="de-DE" sz="800" b="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4840851"/>
                  </a:ext>
                </a:extLst>
              </a:tr>
            </a:tbl>
          </a:graphicData>
        </a:graphic>
      </p:graphicFrame>
      <p:sp>
        <p:nvSpPr>
          <p:cNvPr id="57" name="Textfeld 56">
            <a:extLst>
              <a:ext uri="{FF2B5EF4-FFF2-40B4-BE49-F238E27FC236}">
                <a16:creationId xmlns:a16="http://schemas.microsoft.com/office/drawing/2014/main" id="{38DF2977-4BD4-1029-121C-7904A04240DF}"/>
              </a:ext>
            </a:extLst>
          </p:cNvPr>
          <p:cNvSpPr txBox="1"/>
          <p:nvPr/>
        </p:nvSpPr>
        <p:spPr>
          <a:xfrm>
            <a:off x="1736489" y="972925"/>
            <a:ext cx="158185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Gedankenmanipulation</a:t>
            </a:r>
            <a:endParaRPr lang="de-DE" sz="800" dirty="0">
              <a:solidFill>
                <a:srgbClr val="FF0000"/>
              </a:solidFill>
            </a:endParaRPr>
          </a:p>
        </p:txBody>
      </p:sp>
      <p:graphicFrame>
        <p:nvGraphicFramePr>
          <p:cNvPr id="58" name="Tabelle 57">
            <a:extLst>
              <a:ext uri="{FF2B5EF4-FFF2-40B4-BE49-F238E27FC236}">
                <a16:creationId xmlns:a16="http://schemas.microsoft.com/office/drawing/2014/main" id="{8D135DB6-0898-62C5-35E8-0EB2F9111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108197"/>
              </p:ext>
            </p:extLst>
          </p:nvPr>
        </p:nvGraphicFramePr>
        <p:xfrm>
          <a:off x="2715976" y="1640491"/>
          <a:ext cx="1018327" cy="167609"/>
        </p:xfrm>
        <a:graphic>
          <a:graphicData uri="http://schemas.openxmlformats.org/drawingml/2006/table">
            <a:tbl>
              <a:tblPr firstRow="1" firstCol="1" bandRow="1"/>
              <a:tblGrid>
                <a:gridCol w="1018327">
                  <a:extLst>
                    <a:ext uri="{9D8B030D-6E8A-4147-A177-3AD203B41FA5}">
                      <a16:colId xmlns:a16="http://schemas.microsoft.com/office/drawing/2014/main" val="1968582767"/>
                    </a:ext>
                  </a:extLst>
                </a:gridCol>
              </a:tblGrid>
              <a:tr h="167609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 err="1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Machtgeblitztdings</a:t>
                      </a:r>
                      <a:endParaRPr lang="de-DE" sz="800" b="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592784"/>
                  </a:ext>
                </a:extLst>
              </a:tr>
            </a:tbl>
          </a:graphicData>
        </a:graphic>
      </p:graphicFrame>
      <p:graphicFrame>
        <p:nvGraphicFramePr>
          <p:cNvPr id="59" name="Tabelle 58">
            <a:extLst>
              <a:ext uri="{FF2B5EF4-FFF2-40B4-BE49-F238E27FC236}">
                <a16:creationId xmlns:a16="http://schemas.microsoft.com/office/drawing/2014/main" id="{F597EC02-8261-9F16-16B3-7AE4B490C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522922"/>
              </p:ext>
            </p:extLst>
          </p:nvPr>
        </p:nvGraphicFramePr>
        <p:xfrm>
          <a:off x="1197233" y="683324"/>
          <a:ext cx="1221972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1221972">
                  <a:extLst>
                    <a:ext uri="{9D8B030D-6E8A-4147-A177-3AD203B41FA5}">
                      <a16:colId xmlns:a16="http://schemas.microsoft.com/office/drawing/2014/main" val="1551034090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 err="1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Mind</a:t>
                      </a:r>
                      <a:r>
                        <a:rPr lang="de-DE" sz="800" b="0" kern="0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Domination</a:t>
                      </a:r>
                      <a:endParaRPr lang="de-DE" sz="800" b="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320885"/>
                  </a:ext>
                </a:extLst>
              </a:tr>
            </a:tbl>
          </a:graphicData>
        </a:graphic>
      </p:graphicFrame>
      <p:graphicFrame>
        <p:nvGraphicFramePr>
          <p:cNvPr id="60" name="Tabelle 59">
            <a:extLst>
              <a:ext uri="{FF2B5EF4-FFF2-40B4-BE49-F238E27FC236}">
                <a16:creationId xmlns:a16="http://schemas.microsoft.com/office/drawing/2014/main" id="{0D06C9FE-E0B5-EDC7-BC51-B44C40158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41373"/>
              </p:ext>
            </p:extLst>
          </p:nvPr>
        </p:nvGraphicFramePr>
        <p:xfrm>
          <a:off x="2363285" y="1326573"/>
          <a:ext cx="1066844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1066844">
                  <a:extLst>
                    <a:ext uri="{9D8B030D-6E8A-4147-A177-3AD203B41FA5}">
                      <a16:colId xmlns:a16="http://schemas.microsoft.com/office/drawing/2014/main" val="73667498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 err="1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Dreamwalking</a:t>
                      </a:r>
                      <a:endParaRPr lang="de-DE" sz="800" b="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75967"/>
                  </a:ext>
                </a:extLst>
              </a:tr>
            </a:tbl>
          </a:graphicData>
        </a:graphic>
      </p:graphicFrame>
      <p:graphicFrame>
        <p:nvGraphicFramePr>
          <p:cNvPr id="61" name="Tabelle 60">
            <a:extLst>
              <a:ext uri="{FF2B5EF4-FFF2-40B4-BE49-F238E27FC236}">
                <a16:creationId xmlns:a16="http://schemas.microsoft.com/office/drawing/2014/main" id="{BC316860-1B59-DCD4-F1C2-B94E12057F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374559"/>
              </p:ext>
            </p:extLst>
          </p:nvPr>
        </p:nvGraphicFramePr>
        <p:xfrm>
          <a:off x="4209869" y="2557947"/>
          <a:ext cx="1183639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1183639">
                  <a:extLst>
                    <a:ext uri="{9D8B030D-6E8A-4147-A177-3AD203B41FA5}">
                      <a16:colId xmlns:a16="http://schemas.microsoft.com/office/drawing/2014/main" val="4055991900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</a:t>
                      </a:r>
                      <a:r>
                        <a:rPr lang="de-DE" sz="800" b="0" kern="0" dirty="0" err="1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Empathy</a:t>
                      </a:r>
                      <a:endParaRPr lang="de-DE" sz="800" b="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05727"/>
                  </a:ext>
                </a:extLst>
              </a:tr>
            </a:tbl>
          </a:graphicData>
        </a:graphic>
      </p:graphicFrame>
      <p:sp>
        <p:nvSpPr>
          <p:cNvPr id="62" name="Textfeld 61">
            <a:extLst>
              <a:ext uri="{FF2B5EF4-FFF2-40B4-BE49-F238E27FC236}">
                <a16:creationId xmlns:a16="http://schemas.microsoft.com/office/drawing/2014/main" id="{BDE47DF2-CADB-C25D-1600-FB7D47385FEA}"/>
              </a:ext>
            </a:extLst>
          </p:cNvPr>
          <p:cNvSpPr txBox="1"/>
          <p:nvPr/>
        </p:nvSpPr>
        <p:spPr>
          <a:xfrm>
            <a:off x="3792353" y="2276798"/>
            <a:ext cx="12181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Kampfmeditation</a:t>
            </a:r>
            <a:endParaRPr lang="de-DE" sz="800" dirty="0">
              <a:solidFill>
                <a:srgbClr val="FF0000"/>
              </a:solidFill>
            </a:endParaRPr>
          </a:p>
        </p:txBody>
      </p:sp>
      <p:graphicFrame>
        <p:nvGraphicFramePr>
          <p:cNvPr id="63" name="Tabelle 62">
            <a:extLst>
              <a:ext uri="{FF2B5EF4-FFF2-40B4-BE49-F238E27FC236}">
                <a16:creationId xmlns:a16="http://schemas.microsoft.com/office/drawing/2014/main" id="{8B4947C7-B041-62F3-1B05-33561D00B5DB}"/>
              </a:ext>
            </a:extLst>
          </p:cNvPr>
          <p:cNvGraphicFramePr>
            <a:graphicFrameLocks noGrp="1"/>
          </p:cNvGraphicFramePr>
          <p:nvPr/>
        </p:nvGraphicFramePr>
        <p:xfrm>
          <a:off x="847856" y="450206"/>
          <a:ext cx="870815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870815">
                  <a:extLst>
                    <a:ext uri="{9D8B030D-6E8A-4147-A177-3AD203B41FA5}">
                      <a16:colId xmlns:a16="http://schemas.microsoft.com/office/drawing/2014/main" val="230589517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EE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Melt</a:t>
                      </a:r>
                      <a:endParaRPr lang="de-DE" sz="8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118357"/>
                  </a:ext>
                </a:extLst>
              </a:tr>
            </a:tbl>
          </a:graphicData>
        </a:graphic>
      </p:graphicFrame>
      <p:graphicFrame>
        <p:nvGraphicFramePr>
          <p:cNvPr id="64" name="Tabelle 63">
            <a:extLst>
              <a:ext uri="{FF2B5EF4-FFF2-40B4-BE49-F238E27FC236}">
                <a16:creationId xmlns:a16="http://schemas.microsoft.com/office/drawing/2014/main" id="{2300FBAF-9366-72BA-BDCC-4F211664C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123841"/>
              </p:ext>
            </p:extLst>
          </p:nvPr>
        </p:nvGraphicFramePr>
        <p:xfrm>
          <a:off x="399990" y="205741"/>
          <a:ext cx="797243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797243">
                  <a:extLst>
                    <a:ext uri="{9D8B030D-6E8A-4147-A177-3AD203B41FA5}">
                      <a16:colId xmlns:a16="http://schemas.microsoft.com/office/drawing/2014/main" val="190385645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Alignment</a:t>
                      </a:r>
                      <a:endParaRPr lang="de-DE" sz="800" b="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457574"/>
                  </a:ext>
                </a:extLst>
              </a:tr>
            </a:tbl>
          </a:graphicData>
        </a:graphic>
      </p:graphicFrame>
      <p:sp>
        <p:nvSpPr>
          <p:cNvPr id="65" name="Textfeld 64">
            <a:extLst>
              <a:ext uri="{FF2B5EF4-FFF2-40B4-BE49-F238E27FC236}">
                <a16:creationId xmlns:a16="http://schemas.microsoft.com/office/drawing/2014/main" id="{338733FD-F4DF-6DD4-8F77-EB3C19CA7847}"/>
              </a:ext>
            </a:extLst>
          </p:cNvPr>
          <p:cNvSpPr txBox="1"/>
          <p:nvPr/>
        </p:nvSpPr>
        <p:spPr>
          <a:xfrm>
            <a:off x="1900094" y="297816"/>
            <a:ext cx="7426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Sever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B296F67D-CA2C-0BD2-6474-995DDF5F52C3}"/>
              </a:ext>
            </a:extLst>
          </p:cNvPr>
          <p:cNvSpPr txBox="1"/>
          <p:nvPr/>
        </p:nvSpPr>
        <p:spPr>
          <a:xfrm>
            <a:off x="2707690" y="663275"/>
            <a:ext cx="11836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Beast Control</a:t>
            </a:r>
            <a:endParaRPr lang="de-DE" sz="800" dirty="0">
              <a:solidFill>
                <a:srgbClr val="FF0000"/>
              </a:solidFill>
            </a:endParaRPr>
          </a:p>
        </p:txBody>
      </p:sp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76F2D450-3D56-87F7-52F2-18EE74A9A4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617531"/>
              </p:ext>
            </p:extLst>
          </p:nvPr>
        </p:nvGraphicFramePr>
        <p:xfrm>
          <a:off x="3791583" y="3296047"/>
          <a:ext cx="765009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765009">
                  <a:extLst>
                    <a:ext uri="{9D8B030D-6E8A-4147-A177-3AD203B41FA5}">
                      <a16:colId xmlns:a16="http://schemas.microsoft.com/office/drawing/2014/main" val="77903084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Machtschub</a:t>
                      </a:r>
                      <a:endParaRPr lang="de-DE" sz="800" b="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432688"/>
                  </a:ext>
                </a:extLst>
              </a:tr>
            </a:tbl>
          </a:graphicData>
        </a:graphic>
      </p:graphicFrame>
      <p:sp>
        <p:nvSpPr>
          <p:cNvPr id="69" name="Textfeld 68">
            <a:extLst>
              <a:ext uri="{FF2B5EF4-FFF2-40B4-BE49-F238E27FC236}">
                <a16:creationId xmlns:a16="http://schemas.microsoft.com/office/drawing/2014/main" id="{772E3266-718A-2877-3720-ADCE1A848304}"/>
              </a:ext>
            </a:extLst>
          </p:cNvPr>
          <p:cNvSpPr txBox="1"/>
          <p:nvPr/>
        </p:nvSpPr>
        <p:spPr>
          <a:xfrm>
            <a:off x="3891329" y="2999545"/>
            <a:ext cx="7591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Machtwürgen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05AE120F-83E5-9079-942A-BCF702ED7242}"/>
              </a:ext>
            </a:extLst>
          </p:cNvPr>
          <p:cNvSpPr txBox="1"/>
          <p:nvPr/>
        </p:nvSpPr>
        <p:spPr>
          <a:xfrm>
            <a:off x="1496500" y="3290078"/>
            <a:ext cx="140848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Machtbarriere / Force Shield</a:t>
            </a:r>
            <a:endParaRPr lang="de-DE" sz="800" dirty="0">
              <a:solidFill>
                <a:srgbClr val="FF0000"/>
              </a:solidFill>
            </a:endParaRPr>
          </a:p>
        </p:txBody>
      </p:sp>
      <p:graphicFrame>
        <p:nvGraphicFramePr>
          <p:cNvPr id="71" name="Tabelle 70">
            <a:extLst>
              <a:ext uri="{FF2B5EF4-FFF2-40B4-BE49-F238E27FC236}">
                <a16:creationId xmlns:a16="http://schemas.microsoft.com/office/drawing/2014/main" id="{21C77CA5-21B4-070E-6170-E1BC06DBE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353737"/>
              </p:ext>
            </p:extLst>
          </p:nvPr>
        </p:nvGraphicFramePr>
        <p:xfrm>
          <a:off x="2360396" y="2487693"/>
          <a:ext cx="864743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864743">
                  <a:extLst>
                    <a:ext uri="{9D8B030D-6E8A-4147-A177-3AD203B41FA5}">
                      <a16:colId xmlns:a16="http://schemas.microsoft.com/office/drawing/2014/main" val="202398686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</a:t>
                      </a:r>
                      <a:r>
                        <a:rPr lang="de-DE" sz="800" b="0" kern="0" dirty="0" err="1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Crush</a:t>
                      </a:r>
                      <a:endParaRPr lang="de-DE" sz="800" b="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938148"/>
                  </a:ext>
                </a:extLst>
              </a:tr>
            </a:tbl>
          </a:graphicData>
        </a:graphic>
      </p:graphicFrame>
      <p:graphicFrame>
        <p:nvGraphicFramePr>
          <p:cNvPr id="72" name="Tabelle 71">
            <a:extLst>
              <a:ext uri="{FF2B5EF4-FFF2-40B4-BE49-F238E27FC236}">
                <a16:creationId xmlns:a16="http://schemas.microsoft.com/office/drawing/2014/main" id="{5EFB0328-0694-75C7-6C17-03F619D732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919252"/>
              </p:ext>
            </p:extLst>
          </p:nvPr>
        </p:nvGraphicFramePr>
        <p:xfrm>
          <a:off x="3008674" y="3314263"/>
          <a:ext cx="643201" cy="133287"/>
        </p:xfrm>
        <a:graphic>
          <a:graphicData uri="http://schemas.openxmlformats.org/drawingml/2006/table">
            <a:tbl>
              <a:tblPr firstRow="1" firstCol="1" bandRow="1"/>
              <a:tblGrid>
                <a:gridCol w="643201">
                  <a:extLst>
                    <a:ext uri="{9D8B030D-6E8A-4147-A177-3AD203B41FA5}">
                      <a16:colId xmlns:a16="http://schemas.microsoft.com/office/drawing/2014/main" val="1645113656"/>
                    </a:ext>
                  </a:extLst>
                </a:gridCol>
              </a:tblGrid>
              <a:tr h="13100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Orb</a:t>
                      </a:r>
                      <a:endParaRPr lang="de-DE" sz="800" b="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013851"/>
                  </a:ext>
                </a:extLst>
              </a:tr>
            </a:tbl>
          </a:graphicData>
        </a:graphic>
      </p:graphicFrame>
      <p:sp>
        <p:nvSpPr>
          <p:cNvPr id="73" name="Textfeld 72">
            <a:extLst>
              <a:ext uri="{FF2B5EF4-FFF2-40B4-BE49-F238E27FC236}">
                <a16:creationId xmlns:a16="http://schemas.microsoft.com/office/drawing/2014/main" id="{F87F842D-4703-31B7-BE61-E804E5AF0D12}"/>
              </a:ext>
            </a:extLst>
          </p:cNvPr>
          <p:cNvSpPr txBox="1"/>
          <p:nvPr/>
        </p:nvSpPr>
        <p:spPr>
          <a:xfrm>
            <a:off x="3243330" y="2777089"/>
            <a:ext cx="7591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Machtstasis</a:t>
            </a:r>
            <a:endParaRPr lang="de-DE" sz="800" dirty="0">
              <a:solidFill>
                <a:srgbClr val="FF0000"/>
              </a:solidFill>
            </a:endParaRPr>
          </a:p>
        </p:txBody>
      </p:sp>
      <p:graphicFrame>
        <p:nvGraphicFramePr>
          <p:cNvPr id="74" name="Tabelle 73">
            <a:extLst>
              <a:ext uri="{FF2B5EF4-FFF2-40B4-BE49-F238E27FC236}">
                <a16:creationId xmlns:a16="http://schemas.microsoft.com/office/drawing/2014/main" id="{18BE7FCB-082A-7B53-0F33-E8A82F868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609105"/>
              </p:ext>
            </p:extLst>
          </p:nvPr>
        </p:nvGraphicFramePr>
        <p:xfrm>
          <a:off x="2895669" y="4297855"/>
          <a:ext cx="1068919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1068919">
                  <a:extLst>
                    <a:ext uri="{9D8B030D-6E8A-4147-A177-3AD203B41FA5}">
                      <a16:colId xmlns:a16="http://schemas.microsoft.com/office/drawing/2014/main" val="285438131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Teleportation</a:t>
                      </a:r>
                      <a:endParaRPr lang="de-DE" sz="800" b="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162534"/>
                  </a:ext>
                </a:extLst>
              </a:tr>
            </a:tbl>
          </a:graphicData>
        </a:graphic>
      </p:graphicFrame>
      <p:graphicFrame>
        <p:nvGraphicFramePr>
          <p:cNvPr id="75" name="Tabelle 74">
            <a:extLst>
              <a:ext uri="{FF2B5EF4-FFF2-40B4-BE49-F238E27FC236}">
                <a16:creationId xmlns:a16="http://schemas.microsoft.com/office/drawing/2014/main" id="{2C86A47F-E4E3-996C-3D57-369CA38D9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468396"/>
              </p:ext>
            </p:extLst>
          </p:nvPr>
        </p:nvGraphicFramePr>
        <p:xfrm>
          <a:off x="2649191" y="4715639"/>
          <a:ext cx="825190" cy="190650"/>
        </p:xfrm>
        <a:graphic>
          <a:graphicData uri="http://schemas.openxmlformats.org/drawingml/2006/table">
            <a:tbl>
              <a:tblPr firstRow="1" firstCol="1" bandRow="1"/>
              <a:tblGrid>
                <a:gridCol w="825190">
                  <a:extLst>
                    <a:ext uri="{9D8B030D-6E8A-4147-A177-3AD203B41FA5}">
                      <a16:colId xmlns:a16="http://schemas.microsoft.com/office/drawing/2014/main" val="767181569"/>
                    </a:ext>
                  </a:extLst>
                </a:gridCol>
              </a:tblGrid>
              <a:tr h="1906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Travel</a:t>
                      </a:r>
                      <a:endParaRPr lang="de-DE" sz="800" b="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86517"/>
                  </a:ext>
                </a:extLst>
              </a:tr>
            </a:tbl>
          </a:graphicData>
        </a:graphic>
      </p:graphicFrame>
      <p:sp>
        <p:nvSpPr>
          <p:cNvPr id="76" name="Textfeld 75">
            <a:extLst>
              <a:ext uri="{FF2B5EF4-FFF2-40B4-BE49-F238E27FC236}">
                <a16:creationId xmlns:a16="http://schemas.microsoft.com/office/drawing/2014/main" id="{61B3D262-065C-1510-22DA-EF3F60CA61B1}"/>
              </a:ext>
            </a:extLst>
          </p:cNvPr>
          <p:cNvSpPr txBox="1"/>
          <p:nvPr/>
        </p:nvSpPr>
        <p:spPr>
          <a:xfrm>
            <a:off x="3669088" y="4581824"/>
            <a:ext cx="8448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601AF6E6-DD9B-B5CE-FAB5-9544A225FF2E}"/>
              </a:ext>
            </a:extLst>
          </p:cNvPr>
          <p:cNvSpPr txBox="1"/>
          <p:nvPr/>
        </p:nvSpPr>
        <p:spPr>
          <a:xfrm>
            <a:off x="1022009" y="4223050"/>
            <a:ext cx="13383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Flight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57B64F56-48DE-452D-8521-2A5C6375F6F5}"/>
              </a:ext>
            </a:extLst>
          </p:cNvPr>
          <p:cNvSpPr txBox="1"/>
          <p:nvPr/>
        </p:nvSpPr>
        <p:spPr>
          <a:xfrm>
            <a:off x="1980014" y="3924288"/>
            <a:ext cx="15786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Machtsprung</a:t>
            </a:r>
            <a:endParaRPr lang="de-DE" sz="800" dirty="0">
              <a:solidFill>
                <a:srgbClr val="FF0000"/>
              </a:solidFill>
            </a:endParaRPr>
          </a:p>
        </p:txBody>
      </p:sp>
      <p:graphicFrame>
        <p:nvGraphicFramePr>
          <p:cNvPr id="79" name="Tabelle 78">
            <a:extLst>
              <a:ext uri="{FF2B5EF4-FFF2-40B4-BE49-F238E27FC236}">
                <a16:creationId xmlns:a16="http://schemas.microsoft.com/office/drawing/2014/main" id="{FAB06181-6C9E-9E32-E661-CA98F76C8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773099"/>
              </p:ext>
            </p:extLst>
          </p:nvPr>
        </p:nvGraphicFramePr>
        <p:xfrm>
          <a:off x="2924527" y="3740284"/>
          <a:ext cx="1193133" cy="133287"/>
        </p:xfrm>
        <a:graphic>
          <a:graphicData uri="http://schemas.openxmlformats.org/drawingml/2006/table">
            <a:tbl>
              <a:tblPr firstRow="1" firstCol="1" bandRow="1"/>
              <a:tblGrid>
                <a:gridCol w="1193133">
                  <a:extLst>
                    <a:ext uri="{9D8B030D-6E8A-4147-A177-3AD203B41FA5}">
                      <a16:colId xmlns:a16="http://schemas.microsoft.com/office/drawing/2014/main" val="2814556906"/>
                    </a:ext>
                  </a:extLst>
                </a:gridCol>
              </a:tblGrid>
              <a:tr h="97024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Sprung abfedern</a:t>
                      </a:r>
                      <a:endParaRPr lang="de-DE" sz="800" b="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609106"/>
                  </a:ext>
                </a:extLst>
              </a:tr>
            </a:tbl>
          </a:graphicData>
        </a:graphic>
      </p:graphicFrame>
      <p:sp>
        <p:nvSpPr>
          <p:cNvPr id="80" name="Textfeld 79">
            <a:extLst>
              <a:ext uri="{FF2B5EF4-FFF2-40B4-BE49-F238E27FC236}">
                <a16:creationId xmlns:a16="http://schemas.microsoft.com/office/drawing/2014/main" id="{0918DDFA-C9C4-ACA6-DC35-EEE387B66A46}"/>
              </a:ext>
            </a:extLst>
          </p:cNvPr>
          <p:cNvSpPr txBox="1"/>
          <p:nvPr/>
        </p:nvSpPr>
        <p:spPr>
          <a:xfrm>
            <a:off x="3792353" y="4147844"/>
            <a:ext cx="192052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Speed</a:t>
            </a:r>
            <a:endParaRPr lang="de-DE" sz="800" dirty="0">
              <a:solidFill>
                <a:srgbClr val="FF0000"/>
              </a:solidFill>
            </a:endParaRPr>
          </a:p>
        </p:txBody>
      </p:sp>
      <p:graphicFrame>
        <p:nvGraphicFramePr>
          <p:cNvPr id="82" name="Tabelle 81">
            <a:extLst>
              <a:ext uri="{FF2B5EF4-FFF2-40B4-BE49-F238E27FC236}">
                <a16:creationId xmlns:a16="http://schemas.microsoft.com/office/drawing/2014/main" id="{5B228C8B-D304-DDD9-0B17-31C386B5F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653172"/>
              </p:ext>
            </p:extLst>
          </p:nvPr>
        </p:nvGraphicFramePr>
        <p:xfrm>
          <a:off x="4624806" y="4581824"/>
          <a:ext cx="1158892" cy="333233"/>
        </p:xfrm>
        <a:graphic>
          <a:graphicData uri="http://schemas.openxmlformats.org/drawingml/2006/table">
            <a:tbl>
              <a:tblPr firstRow="1" firstCol="1" bandRow="1"/>
              <a:tblGrid>
                <a:gridCol w="1054366">
                  <a:extLst>
                    <a:ext uri="{9D8B030D-6E8A-4147-A177-3AD203B41FA5}">
                      <a16:colId xmlns:a16="http://schemas.microsoft.com/office/drawing/2014/main" val="1970658115"/>
                    </a:ext>
                  </a:extLst>
                </a:gridCol>
                <a:gridCol w="104526">
                  <a:extLst>
                    <a:ext uri="{9D8B030D-6E8A-4147-A177-3AD203B41FA5}">
                      <a16:colId xmlns:a16="http://schemas.microsoft.com/office/drawing/2014/main" val="738182610"/>
                    </a:ext>
                  </a:extLst>
                </a:gridCol>
              </a:tblGrid>
              <a:tr h="133335">
                <a:tc gridSpan="2"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Machtheilung</a:t>
                      </a:r>
                      <a:endParaRPr lang="de-DE" sz="800" b="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85371"/>
                  </a:ext>
                </a:extLst>
              </a:tr>
              <a:tr h="1124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de-DE" sz="12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4450" marR="444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de-DE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919275"/>
                  </a:ext>
                </a:extLst>
              </a:tr>
            </a:tbl>
          </a:graphicData>
        </a:graphic>
      </p:graphicFrame>
      <p:graphicFrame>
        <p:nvGraphicFramePr>
          <p:cNvPr id="83" name="Tabelle 82">
            <a:extLst>
              <a:ext uri="{FF2B5EF4-FFF2-40B4-BE49-F238E27FC236}">
                <a16:creationId xmlns:a16="http://schemas.microsoft.com/office/drawing/2014/main" id="{D2A09C41-8FD3-06DD-F0FE-D4996C816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204583"/>
              </p:ext>
            </p:extLst>
          </p:nvPr>
        </p:nvGraphicFramePr>
        <p:xfrm>
          <a:off x="3669088" y="5865571"/>
          <a:ext cx="981424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981424">
                  <a:extLst>
                    <a:ext uri="{9D8B030D-6E8A-4147-A177-3AD203B41FA5}">
                      <a16:colId xmlns:a16="http://schemas.microsoft.com/office/drawing/2014/main" val="361223279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</a:t>
                      </a:r>
                      <a:r>
                        <a:rPr lang="de-DE" sz="800" b="0" kern="0" dirty="0" err="1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Plague</a:t>
                      </a:r>
                      <a:endParaRPr lang="de-DE" sz="800" b="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370253"/>
                  </a:ext>
                </a:extLst>
              </a:tr>
            </a:tbl>
          </a:graphicData>
        </a:graphic>
      </p:graphicFrame>
      <p:sp>
        <p:nvSpPr>
          <p:cNvPr id="84" name="Textfeld 83">
            <a:extLst>
              <a:ext uri="{FF2B5EF4-FFF2-40B4-BE49-F238E27FC236}">
                <a16:creationId xmlns:a16="http://schemas.microsoft.com/office/drawing/2014/main" id="{BAFDCE27-1CFB-3EAC-2BD7-A419119E5FF8}"/>
              </a:ext>
            </a:extLst>
          </p:cNvPr>
          <p:cNvSpPr txBox="1"/>
          <p:nvPr/>
        </p:nvSpPr>
        <p:spPr>
          <a:xfrm>
            <a:off x="4424880" y="5021220"/>
            <a:ext cx="119160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</a:t>
            </a:r>
            <a:r>
              <a:rPr lang="de-DE" sz="800" kern="0" dirty="0" err="1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Morichro</a:t>
            </a:r>
            <a:endParaRPr lang="de-DE" sz="800" dirty="0">
              <a:solidFill>
                <a:srgbClr val="FF0000"/>
              </a:solidFill>
            </a:endParaRPr>
          </a:p>
        </p:txBody>
      </p:sp>
      <p:graphicFrame>
        <p:nvGraphicFramePr>
          <p:cNvPr id="85" name="Tabelle 84">
            <a:extLst>
              <a:ext uri="{FF2B5EF4-FFF2-40B4-BE49-F238E27FC236}">
                <a16:creationId xmlns:a16="http://schemas.microsoft.com/office/drawing/2014/main" id="{6C1640BE-FBE5-BCD4-C209-9D7BE85EA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044559"/>
              </p:ext>
            </p:extLst>
          </p:nvPr>
        </p:nvGraphicFramePr>
        <p:xfrm>
          <a:off x="4105321" y="5408223"/>
          <a:ext cx="782780" cy="184150"/>
        </p:xfrm>
        <a:graphic>
          <a:graphicData uri="http://schemas.openxmlformats.org/drawingml/2006/table">
            <a:tbl>
              <a:tblPr firstRow="1" firstCol="1" bandRow="1"/>
              <a:tblGrid>
                <a:gridCol w="782780">
                  <a:extLst>
                    <a:ext uri="{9D8B030D-6E8A-4147-A177-3AD203B41FA5}">
                      <a16:colId xmlns:a16="http://schemas.microsoft.com/office/drawing/2014/main" val="158531554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indent="14033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800" b="0" kern="0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Force Drain</a:t>
                      </a:r>
                      <a:endParaRPr lang="de-DE" sz="800" b="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496269"/>
                  </a:ext>
                </a:extLst>
              </a:tr>
            </a:tbl>
          </a:graphicData>
        </a:graphic>
      </p:graphicFrame>
      <p:sp>
        <p:nvSpPr>
          <p:cNvPr id="86" name="Textfeld 85">
            <a:extLst>
              <a:ext uri="{FF2B5EF4-FFF2-40B4-BE49-F238E27FC236}">
                <a16:creationId xmlns:a16="http://schemas.microsoft.com/office/drawing/2014/main" id="{42481B37-440B-108C-5ED4-886878CEA298}"/>
              </a:ext>
            </a:extLst>
          </p:cNvPr>
          <p:cNvSpPr txBox="1"/>
          <p:nvPr/>
        </p:nvSpPr>
        <p:spPr>
          <a:xfrm>
            <a:off x="4904396" y="4156995"/>
            <a:ext cx="12131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Machtabsorption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21363960-0B28-523B-EC65-BBC02B492D35}"/>
              </a:ext>
            </a:extLst>
          </p:cNvPr>
          <p:cNvSpPr txBox="1"/>
          <p:nvPr/>
        </p:nvSpPr>
        <p:spPr>
          <a:xfrm>
            <a:off x="7128511" y="2579768"/>
            <a:ext cx="7943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</a:t>
            </a:r>
            <a:r>
              <a:rPr lang="de-DE" sz="800" kern="0" dirty="0" err="1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Endure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10D0C1A2-A89A-E3E2-69BD-B79681B7BDCF}"/>
              </a:ext>
            </a:extLst>
          </p:cNvPr>
          <p:cNvSpPr txBox="1"/>
          <p:nvPr/>
        </p:nvSpPr>
        <p:spPr>
          <a:xfrm>
            <a:off x="7999207" y="2356580"/>
            <a:ext cx="8864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Rage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064E552F-1ECF-29DB-5C16-526B86AB379D}"/>
              </a:ext>
            </a:extLst>
          </p:cNvPr>
          <p:cNvSpPr txBox="1"/>
          <p:nvPr/>
        </p:nvSpPr>
        <p:spPr>
          <a:xfrm>
            <a:off x="7895493" y="1424754"/>
            <a:ext cx="7591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 err="1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Bodiarmor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3BAA1CAB-B08F-5E1C-589C-48B0EB4177B1}"/>
              </a:ext>
            </a:extLst>
          </p:cNvPr>
          <p:cNvSpPr txBox="1"/>
          <p:nvPr/>
        </p:nvSpPr>
        <p:spPr>
          <a:xfrm>
            <a:off x="8168345" y="923219"/>
            <a:ext cx="10015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Weapon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85EA5BCE-4B1A-9157-3C54-5C310AD387EB}"/>
              </a:ext>
            </a:extLst>
          </p:cNvPr>
          <p:cNvSpPr txBox="1"/>
          <p:nvPr/>
        </p:nvSpPr>
        <p:spPr>
          <a:xfrm>
            <a:off x="9163775" y="2502792"/>
            <a:ext cx="10015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Scream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C1D53949-8C4E-13B4-2F98-F5D756220816}"/>
              </a:ext>
            </a:extLst>
          </p:cNvPr>
          <p:cNvSpPr txBox="1"/>
          <p:nvPr/>
        </p:nvSpPr>
        <p:spPr>
          <a:xfrm>
            <a:off x="9977336" y="2290405"/>
            <a:ext cx="68574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Dark Aura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9ADE40BC-8AA2-5933-6DF2-B8087A290418}"/>
              </a:ext>
            </a:extLst>
          </p:cNvPr>
          <p:cNvSpPr txBox="1"/>
          <p:nvPr/>
        </p:nvSpPr>
        <p:spPr>
          <a:xfrm>
            <a:off x="10622076" y="1986950"/>
            <a:ext cx="9600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 err="1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Deadly</a:t>
            </a:r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800" kern="0" dirty="0" err="1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Sight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54C03CB4-43DF-B5ED-F30A-33B541BDC2E3}"/>
              </a:ext>
            </a:extLst>
          </p:cNvPr>
          <p:cNvSpPr txBox="1"/>
          <p:nvPr/>
        </p:nvSpPr>
        <p:spPr>
          <a:xfrm>
            <a:off x="11040553" y="1572353"/>
            <a:ext cx="12436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</a:t>
            </a:r>
            <a:r>
              <a:rPr lang="de-DE" sz="800" kern="0" dirty="0" err="1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Destruction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105" name="Textfeld 104">
            <a:extLst>
              <a:ext uri="{FF2B5EF4-FFF2-40B4-BE49-F238E27FC236}">
                <a16:creationId xmlns:a16="http://schemas.microsoft.com/office/drawing/2014/main" id="{6E61A55F-860C-3D3F-ADD9-BB0687DDBC54}"/>
              </a:ext>
            </a:extLst>
          </p:cNvPr>
          <p:cNvSpPr txBox="1"/>
          <p:nvPr/>
        </p:nvSpPr>
        <p:spPr>
          <a:xfrm>
            <a:off x="7272050" y="3244594"/>
            <a:ext cx="12468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Machtverstecken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C2CE2654-6CBC-96F5-15F0-8581AEC488A7}"/>
              </a:ext>
            </a:extLst>
          </p:cNvPr>
          <p:cNvSpPr txBox="1"/>
          <p:nvPr/>
        </p:nvSpPr>
        <p:spPr>
          <a:xfrm>
            <a:off x="8234467" y="3343299"/>
            <a:ext cx="8864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</a:t>
            </a:r>
            <a:r>
              <a:rPr lang="de-DE" sz="800" kern="0" dirty="0" err="1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Cloak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3D415994-854D-8287-B414-7B3A1A3BBFD8}"/>
              </a:ext>
            </a:extLst>
          </p:cNvPr>
          <p:cNvSpPr txBox="1"/>
          <p:nvPr/>
        </p:nvSpPr>
        <p:spPr>
          <a:xfrm>
            <a:off x="8961132" y="3544578"/>
            <a:ext cx="98922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Essensübertragung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6C36492C-91AF-5485-B6A8-6CD4781DA0C2}"/>
              </a:ext>
            </a:extLst>
          </p:cNvPr>
          <p:cNvSpPr txBox="1"/>
          <p:nvPr/>
        </p:nvSpPr>
        <p:spPr>
          <a:xfrm>
            <a:off x="7122599" y="3566364"/>
            <a:ext cx="906921" cy="223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 err="1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Metamorphosis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026FF9EE-EEA8-0E5A-1B10-0FA2E8C9CF03}"/>
              </a:ext>
            </a:extLst>
          </p:cNvPr>
          <p:cNvSpPr txBox="1"/>
          <p:nvPr/>
        </p:nvSpPr>
        <p:spPr>
          <a:xfrm>
            <a:off x="7973868" y="3839389"/>
            <a:ext cx="937097" cy="215444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Sith Alchemie</a:t>
            </a:r>
            <a:endParaRPr lang="de-DE" sz="800" dirty="0"/>
          </a:p>
        </p:txBody>
      </p:sp>
      <p:sp>
        <p:nvSpPr>
          <p:cNvPr id="115" name="Textfeld 114">
            <a:extLst>
              <a:ext uri="{FF2B5EF4-FFF2-40B4-BE49-F238E27FC236}">
                <a16:creationId xmlns:a16="http://schemas.microsoft.com/office/drawing/2014/main" id="{35779F0B-A03B-C9B6-4E24-60FFCCB44BAB}"/>
              </a:ext>
            </a:extLst>
          </p:cNvPr>
          <p:cNvSpPr txBox="1"/>
          <p:nvPr/>
        </p:nvSpPr>
        <p:spPr>
          <a:xfrm>
            <a:off x="8910965" y="4082411"/>
            <a:ext cx="8337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Art </a:t>
            </a:r>
            <a:r>
              <a:rPr lang="de-DE" sz="800" kern="0" dirty="0" err="1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800" kern="0" dirty="0" err="1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Small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489ECCA6-FBDF-4B85-89B5-414E2E5D6C70}"/>
              </a:ext>
            </a:extLst>
          </p:cNvPr>
          <p:cNvSpPr txBox="1"/>
          <p:nvPr/>
        </p:nvSpPr>
        <p:spPr>
          <a:xfrm>
            <a:off x="6295870" y="3966060"/>
            <a:ext cx="9435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</a:t>
            </a:r>
            <a:r>
              <a:rPr lang="de-DE" sz="800" kern="0" dirty="0" err="1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Blinding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119" name="Textfeld 118">
            <a:extLst>
              <a:ext uri="{FF2B5EF4-FFF2-40B4-BE49-F238E27FC236}">
                <a16:creationId xmlns:a16="http://schemas.microsoft.com/office/drawing/2014/main" id="{556B072C-7793-D17F-F06C-F5BA2966A507}"/>
              </a:ext>
            </a:extLst>
          </p:cNvPr>
          <p:cNvSpPr txBox="1"/>
          <p:nvPr/>
        </p:nvSpPr>
        <p:spPr>
          <a:xfrm>
            <a:off x="6088080" y="4584381"/>
            <a:ext cx="7591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 err="1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Pyrokinesis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1D4C1C3D-A9EE-7953-E46F-C8C097810BC0}"/>
              </a:ext>
            </a:extLst>
          </p:cNvPr>
          <p:cNvSpPr txBox="1"/>
          <p:nvPr/>
        </p:nvSpPr>
        <p:spPr>
          <a:xfrm>
            <a:off x="6062422" y="5280498"/>
            <a:ext cx="10015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 err="1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Elemental</a:t>
            </a:r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Control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357FF059-4939-9B15-AAAD-9993E074674A}"/>
              </a:ext>
            </a:extLst>
          </p:cNvPr>
          <p:cNvSpPr txBox="1"/>
          <p:nvPr/>
        </p:nvSpPr>
        <p:spPr>
          <a:xfrm>
            <a:off x="7063988" y="4581824"/>
            <a:ext cx="8864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Plant Search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127" name="Textfeld 126">
            <a:extLst>
              <a:ext uri="{FF2B5EF4-FFF2-40B4-BE49-F238E27FC236}">
                <a16:creationId xmlns:a16="http://schemas.microsoft.com/office/drawing/2014/main" id="{756BFE60-25A5-F8C7-54D2-42645503ECDC}"/>
              </a:ext>
            </a:extLst>
          </p:cNvPr>
          <p:cNvSpPr txBox="1"/>
          <p:nvPr/>
        </p:nvSpPr>
        <p:spPr>
          <a:xfrm>
            <a:off x="7203748" y="5271935"/>
            <a:ext cx="9537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Alter Environment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129" name="Textfeld 128">
            <a:extLst>
              <a:ext uri="{FF2B5EF4-FFF2-40B4-BE49-F238E27FC236}">
                <a16:creationId xmlns:a16="http://schemas.microsoft.com/office/drawing/2014/main" id="{D74D20D8-FD4E-DF97-3DF4-1FA694CE9771}"/>
              </a:ext>
            </a:extLst>
          </p:cNvPr>
          <p:cNvSpPr txBox="1"/>
          <p:nvPr/>
        </p:nvSpPr>
        <p:spPr>
          <a:xfrm>
            <a:off x="8116134" y="4563055"/>
            <a:ext cx="989226" cy="214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Machtblitze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131" name="Textfeld 130">
            <a:extLst>
              <a:ext uri="{FF2B5EF4-FFF2-40B4-BE49-F238E27FC236}">
                <a16:creationId xmlns:a16="http://schemas.microsoft.com/office/drawing/2014/main" id="{1204EF36-9EC9-4961-D287-CDF8BA48CF1A}"/>
              </a:ext>
            </a:extLst>
          </p:cNvPr>
          <p:cNvSpPr txBox="1"/>
          <p:nvPr/>
        </p:nvSpPr>
        <p:spPr>
          <a:xfrm>
            <a:off x="8669128" y="5228531"/>
            <a:ext cx="68574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kern="0" dirty="0">
                <a:solidFill>
                  <a:srgbClr val="FF0000"/>
                </a:solidFill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Storm</a:t>
            </a:r>
            <a:endParaRPr lang="de-DE" sz="800" dirty="0">
              <a:solidFill>
                <a:srgbClr val="FF0000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DB40943-3B71-90DD-FB8A-5A22E30B9AFF}"/>
              </a:ext>
            </a:extLst>
          </p:cNvPr>
          <p:cNvSpPr txBox="1"/>
          <p:nvPr/>
        </p:nvSpPr>
        <p:spPr>
          <a:xfrm>
            <a:off x="4201147" y="3176617"/>
            <a:ext cx="826290" cy="22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140335" algn="ctr">
              <a:lnSpc>
                <a:spcPct val="115000"/>
              </a:lnSpc>
              <a:spcAft>
                <a:spcPts val="800"/>
              </a:spcAft>
            </a:pPr>
            <a:r>
              <a:rPr lang="de-DE" sz="800" kern="0" dirty="0">
                <a:solidFill>
                  <a:srgbClr val="FF0000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Telekinese</a:t>
            </a:r>
          </a:p>
        </p:txBody>
      </p:sp>
    </p:spTree>
    <p:extLst>
      <p:ext uri="{BB962C8B-B14F-4D97-AF65-F5344CB8AC3E}">
        <p14:creationId xmlns:p14="http://schemas.microsoft.com/office/powerpoint/2010/main" val="2933681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1038</Words>
  <Application>Microsoft Office PowerPoint</Application>
  <PresentationFormat>Breitbild</PresentationFormat>
  <Paragraphs>241</Paragraphs>
  <Slides>11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Aptos Narrow</vt:lpstr>
      <vt:lpstr>Arial</vt:lpstr>
      <vt:lpstr>Segoe UI Emoji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Wagner</dc:creator>
  <cp:lastModifiedBy>Christian Wagner</cp:lastModifiedBy>
  <cp:revision>1</cp:revision>
  <dcterms:created xsi:type="dcterms:W3CDTF">2025-06-29T10:54:23Z</dcterms:created>
  <dcterms:modified xsi:type="dcterms:W3CDTF">2025-10-18T11:30:58Z</dcterms:modified>
</cp:coreProperties>
</file>